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y="6858000" cx="12192000"/>
  <p:notesSz cx="12192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F724F8E-A131-4A1C-901B-500D895947CB}">
  <a:tblStyle styleId="{2F724F8E-A131-4A1C-901B-500D895947CB}"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22" Type="http://schemas.openxmlformats.org/officeDocument/2006/relationships/slide" Target="slides/slide16.xml"/><Relationship Id="rId10" Type="http://schemas.openxmlformats.org/officeDocument/2006/relationships/slide" Target="slides/slide4.xml"/><Relationship Id="rId21" Type="http://schemas.openxmlformats.org/officeDocument/2006/relationships/slide" Target="slides/slide15.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p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g3da43b15d37_6_0: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g3da43b15d37_6_0: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3: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da43b15d37_10_0: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g3da43b15d37_10_0: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7: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7: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da43b15d37_7_116: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g3da43b15d37_7_116: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9: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9: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10: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0: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1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12: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2: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da60be53fc_0_109: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g3da60be53fc_0_109: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14: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4: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15: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5: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6: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6: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7: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7: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da60be53fc_0_10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g3da60be53fc_0_101: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1" name="Shape 11"/>
        <p:cNvGrpSpPr/>
        <p:nvPr/>
      </p:nvGrpSpPr>
      <p:grpSpPr>
        <a:xfrm>
          <a:off x="0" y="0"/>
          <a:ext cx="0" cy="0"/>
          <a:chOff x="0" y="0"/>
          <a:chExt cx="0" cy="0"/>
        </a:xfrm>
      </p:grpSpPr>
      <p:sp>
        <p:nvSpPr>
          <p:cNvPr id="12" name="Google Shape;12;p2"/>
          <p:cNvSpPr txBox="1"/>
          <p:nvPr>
            <p:ph type="title"/>
          </p:nvPr>
        </p:nvSpPr>
        <p:spPr>
          <a:xfrm>
            <a:off x="743204" y="360629"/>
            <a:ext cx="10705591" cy="1249933"/>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4000">
                <a:solidFill>
                  <a:schemeClr val="dk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
          <p:cNvSpPr txBox="1"/>
          <p:nvPr>
            <p:ph idx="1" type="body"/>
          </p:nvPr>
        </p:nvSpPr>
        <p:spPr>
          <a:xfrm>
            <a:off x="793750" y="2041144"/>
            <a:ext cx="10604500" cy="3716654"/>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a:solidFill>
                  <a:schemeClr val="dk1"/>
                </a:solidFill>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4" name="Google Shape;14;p2"/>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 name="Google Shape;15;p2"/>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 name="Google Shape;16;p2"/>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17" name="Shape 17"/>
        <p:cNvGrpSpPr/>
        <p:nvPr/>
      </p:nvGrpSpPr>
      <p:grpSpPr>
        <a:xfrm>
          <a:off x="0" y="0"/>
          <a:ext cx="0" cy="0"/>
          <a:chOff x="0" y="0"/>
          <a:chExt cx="0" cy="0"/>
        </a:xfrm>
      </p:grpSpPr>
      <p:sp>
        <p:nvSpPr>
          <p:cNvPr id="18" name="Google Shape;18;p3"/>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3"/>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showMasterSp="0">
  <p:cSld name="Title Only">
    <p:bg>
      <p:bgPr>
        <a:solidFill>
          <a:schemeClr val="lt1"/>
        </a:solidFill>
      </p:bgPr>
    </p:bg>
    <p:spTree>
      <p:nvGrpSpPr>
        <p:cNvPr id="21" name="Shape 21"/>
        <p:cNvGrpSpPr/>
        <p:nvPr/>
      </p:nvGrpSpPr>
      <p:grpSpPr>
        <a:xfrm>
          <a:off x="0" y="0"/>
          <a:ext cx="0" cy="0"/>
          <a:chOff x="0" y="0"/>
          <a:chExt cx="0" cy="0"/>
        </a:xfrm>
      </p:grpSpPr>
      <p:sp>
        <p:nvSpPr>
          <p:cNvPr id="22" name="Google Shape;22;p4"/>
          <p:cNvSpPr/>
          <p:nvPr/>
        </p:nvSpPr>
        <p:spPr>
          <a:xfrm>
            <a:off x="0" y="1731264"/>
            <a:ext cx="6537325" cy="3850004"/>
          </a:xfrm>
          <a:custGeom>
            <a:rect b="b" l="l" r="r" t="t"/>
            <a:pathLst>
              <a:path extrusionOk="0" h="3850004" w="6537325">
                <a:moveTo>
                  <a:pt x="0" y="0"/>
                </a:moveTo>
                <a:lnTo>
                  <a:pt x="0" y="3849624"/>
                </a:lnTo>
                <a:lnTo>
                  <a:pt x="282498" y="3839718"/>
                </a:lnTo>
                <a:lnTo>
                  <a:pt x="555276" y="3829106"/>
                </a:lnTo>
                <a:lnTo>
                  <a:pt x="750026" y="3820745"/>
                </a:lnTo>
                <a:lnTo>
                  <a:pt x="933856" y="3812067"/>
                </a:lnTo>
                <a:lnTo>
                  <a:pt x="1104521" y="3803096"/>
                </a:lnTo>
                <a:lnTo>
                  <a:pt x="1209877" y="3796967"/>
                </a:lnTo>
                <a:lnTo>
                  <a:pt x="1307720" y="3790726"/>
                </a:lnTo>
                <a:lnTo>
                  <a:pt x="1397385" y="3784382"/>
                </a:lnTo>
                <a:lnTo>
                  <a:pt x="1478208" y="3777942"/>
                </a:lnTo>
                <a:lnTo>
                  <a:pt x="1549525" y="3771413"/>
                </a:lnTo>
                <a:lnTo>
                  <a:pt x="1610670" y="3764804"/>
                </a:lnTo>
                <a:lnTo>
                  <a:pt x="1660978" y="3758121"/>
                </a:lnTo>
                <a:lnTo>
                  <a:pt x="3207531" y="3468181"/>
                </a:lnTo>
                <a:lnTo>
                  <a:pt x="4006278" y="3281632"/>
                </a:lnTo>
                <a:lnTo>
                  <a:pt x="4313154" y="3180451"/>
                </a:lnTo>
                <a:lnTo>
                  <a:pt x="4363212" y="3149981"/>
                </a:lnTo>
                <a:lnTo>
                  <a:pt x="4317190" y="3145313"/>
                </a:lnTo>
                <a:lnTo>
                  <a:pt x="4205541" y="3132455"/>
                </a:lnTo>
                <a:lnTo>
                  <a:pt x="4067889" y="3113119"/>
                </a:lnTo>
                <a:lnTo>
                  <a:pt x="3943858" y="3089021"/>
                </a:lnTo>
                <a:lnTo>
                  <a:pt x="3977287" y="3087035"/>
                </a:lnTo>
                <a:lnTo>
                  <a:pt x="4018395" y="3083295"/>
                </a:lnTo>
                <a:lnTo>
                  <a:pt x="4066190" y="3077982"/>
                </a:lnTo>
                <a:lnTo>
                  <a:pt x="4119682" y="3071275"/>
                </a:lnTo>
                <a:lnTo>
                  <a:pt x="4177883" y="3063357"/>
                </a:lnTo>
                <a:lnTo>
                  <a:pt x="4239801" y="3054407"/>
                </a:lnTo>
                <a:lnTo>
                  <a:pt x="4304446" y="3044607"/>
                </a:lnTo>
                <a:lnTo>
                  <a:pt x="4370829" y="3034138"/>
                </a:lnTo>
                <a:lnTo>
                  <a:pt x="4437960" y="3023181"/>
                </a:lnTo>
                <a:lnTo>
                  <a:pt x="4504848" y="3011916"/>
                </a:lnTo>
                <a:lnTo>
                  <a:pt x="4570504" y="3000524"/>
                </a:lnTo>
                <a:lnTo>
                  <a:pt x="4633937" y="2989186"/>
                </a:lnTo>
                <a:lnTo>
                  <a:pt x="4694157" y="2978084"/>
                </a:lnTo>
                <a:lnTo>
                  <a:pt x="4750175" y="2967397"/>
                </a:lnTo>
                <a:lnTo>
                  <a:pt x="4801000" y="2957308"/>
                </a:lnTo>
                <a:lnTo>
                  <a:pt x="4845643" y="2947996"/>
                </a:lnTo>
                <a:lnTo>
                  <a:pt x="4883113" y="2939642"/>
                </a:lnTo>
                <a:lnTo>
                  <a:pt x="4932574" y="2926535"/>
                </a:lnTo>
                <a:lnTo>
                  <a:pt x="4942586" y="2922143"/>
                </a:lnTo>
                <a:lnTo>
                  <a:pt x="4899151" y="2908552"/>
                </a:lnTo>
                <a:lnTo>
                  <a:pt x="4884293" y="2904109"/>
                </a:lnTo>
                <a:lnTo>
                  <a:pt x="4912721" y="2888279"/>
                </a:lnTo>
                <a:lnTo>
                  <a:pt x="4939982" y="2870057"/>
                </a:lnTo>
                <a:lnTo>
                  <a:pt x="4965910" y="2849048"/>
                </a:lnTo>
                <a:lnTo>
                  <a:pt x="4990338" y="2824861"/>
                </a:lnTo>
                <a:lnTo>
                  <a:pt x="5025097" y="2793568"/>
                </a:lnTo>
                <a:lnTo>
                  <a:pt x="5063921" y="2770199"/>
                </a:lnTo>
                <a:lnTo>
                  <a:pt x="5106129" y="2753305"/>
                </a:lnTo>
                <a:lnTo>
                  <a:pt x="5151038" y="2741439"/>
                </a:lnTo>
                <a:lnTo>
                  <a:pt x="5197967" y="2733151"/>
                </a:lnTo>
                <a:lnTo>
                  <a:pt x="5246232" y="2726992"/>
                </a:lnTo>
                <a:lnTo>
                  <a:pt x="5295153" y="2721515"/>
                </a:lnTo>
                <a:lnTo>
                  <a:pt x="5344048" y="2715271"/>
                </a:lnTo>
                <a:lnTo>
                  <a:pt x="5392233" y="2706810"/>
                </a:lnTo>
                <a:lnTo>
                  <a:pt x="5439029" y="2694686"/>
                </a:lnTo>
                <a:lnTo>
                  <a:pt x="5416071" y="2649438"/>
                </a:lnTo>
                <a:lnTo>
                  <a:pt x="5389408" y="2612583"/>
                </a:lnTo>
                <a:lnTo>
                  <a:pt x="5359412" y="2583248"/>
                </a:lnTo>
                <a:lnTo>
                  <a:pt x="5326453" y="2560562"/>
                </a:lnTo>
                <a:lnTo>
                  <a:pt x="5290904" y="2543654"/>
                </a:lnTo>
                <a:lnTo>
                  <a:pt x="5253137" y="2531654"/>
                </a:lnTo>
                <a:lnTo>
                  <a:pt x="5213524" y="2523690"/>
                </a:lnTo>
                <a:lnTo>
                  <a:pt x="5172436" y="2518891"/>
                </a:lnTo>
                <a:lnTo>
                  <a:pt x="5130245" y="2516387"/>
                </a:lnTo>
                <a:lnTo>
                  <a:pt x="5087323" y="2515305"/>
                </a:lnTo>
                <a:lnTo>
                  <a:pt x="5044043" y="2514775"/>
                </a:lnTo>
                <a:lnTo>
                  <a:pt x="5000775" y="2513927"/>
                </a:lnTo>
                <a:lnTo>
                  <a:pt x="4957892" y="2511888"/>
                </a:lnTo>
                <a:lnTo>
                  <a:pt x="4915765" y="2507788"/>
                </a:lnTo>
                <a:lnTo>
                  <a:pt x="4874768" y="2500757"/>
                </a:lnTo>
                <a:lnTo>
                  <a:pt x="4956376" y="2474890"/>
                </a:lnTo>
                <a:lnTo>
                  <a:pt x="5027267" y="2450539"/>
                </a:lnTo>
                <a:lnTo>
                  <a:pt x="5088417" y="2427633"/>
                </a:lnTo>
                <a:lnTo>
                  <a:pt x="5140800" y="2406100"/>
                </a:lnTo>
                <a:lnTo>
                  <a:pt x="5185390" y="2385870"/>
                </a:lnTo>
                <a:lnTo>
                  <a:pt x="5223161" y="2366870"/>
                </a:lnTo>
                <a:lnTo>
                  <a:pt x="5282149" y="2332278"/>
                </a:lnTo>
                <a:lnTo>
                  <a:pt x="5325558" y="2301753"/>
                </a:lnTo>
                <a:lnTo>
                  <a:pt x="5361187" y="2274725"/>
                </a:lnTo>
                <a:lnTo>
                  <a:pt x="5378520" y="2262343"/>
                </a:lnTo>
                <a:lnTo>
                  <a:pt x="5417096" y="2239489"/>
                </a:lnTo>
                <a:lnTo>
                  <a:pt x="5467382" y="2218705"/>
                </a:lnTo>
                <a:lnTo>
                  <a:pt x="5658485" y="2167163"/>
                </a:lnTo>
                <a:lnTo>
                  <a:pt x="5756465" y="2145157"/>
                </a:lnTo>
                <a:lnTo>
                  <a:pt x="5805963" y="2136580"/>
                </a:lnTo>
                <a:lnTo>
                  <a:pt x="5819648" y="2135124"/>
                </a:lnTo>
                <a:lnTo>
                  <a:pt x="5776231" y="2109803"/>
                </a:lnTo>
                <a:lnTo>
                  <a:pt x="5732152" y="2089395"/>
                </a:lnTo>
                <a:lnTo>
                  <a:pt x="5687421" y="2073297"/>
                </a:lnTo>
                <a:lnTo>
                  <a:pt x="5642054" y="2060908"/>
                </a:lnTo>
                <a:lnTo>
                  <a:pt x="5596062" y="2051627"/>
                </a:lnTo>
                <a:lnTo>
                  <a:pt x="5549460" y="2044853"/>
                </a:lnTo>
                <a:lnTo>
                  <a:pt x="5502259" y="2039985"/>
                </a:lnTo>
                <a:lnTo>
                  <a:pt x="5454473" y="2036420"/>
                </a:lnTo>
                <a:lnTo>
                  <a:pt x="5357197" y="2030800"/>
                </a:lnTo>
                <a:lnTo>
                  <a:pt x="5307734" y="2027542"/>
                </a:lnTo>
                <a:lnTo>
                  <a:pt x="5257738" y="2023183"/>
                </a:lnTo>
                <a:lnTo>
                  <a:pt x="5207222" y="2017122"/>
                </a:lnTo>
                <a:lnTo>
                  <a:pt x="5156200" y="2008759"/>
                </a:lnTo>
                <a:lnTo>
                  <a:pt x="5108190" y="1980470"/>
                </a:lnTo>
                <a:lnTo>
                  <a:pt x="5059157" y="1958137"/>
                </a:lnTo>
                <a:lnTo>
                  <a:pt x="5009173" y="1940919"/>
                </a:lnTo>
                <a:lnTo>
                  <a:pt x="4958311" y="1927974"/>
                </a:lnTo>
                <a:lnTo>
                  <a:pt x="4906645" y="1918462"/>
                </a:lnTo>
                <a:lnTo>
                  <a:pt x="4900555" y="1905268"/>
                </a:lnTo>
                <a:lnTo>
                  <a:pt x="4919727" y="1890681"/>
                </a:lnTo>
                <a:lnTo>
                  <a:pt x="4954027" y="1874801"/>
                </a:lnTo>
                <a:lnTo>
                  <a:pt x="4993324" y="1857728"/>
                </a:lnTo>
                <a:lnTo>
                  <a:pt x="5027485" y="1839562"/>
                </a:lnTo>
                <a:lnTo>
                  <a:pt x="5046377" y="1820403"/>
                </a:lnTo>
                <a:lnTo>
                  <a:pt x="5039868" y="1800352"/>
                </a:lnTo>
                <a:lnTo>
                  <a:pt x="5085723" y="1792380"/>
                </a:lnTo>
                <a:lnTo>
                  <a:pt x="5131445" y="1783564"/>
                </a:lnTo>
                <a:lnTo>
                  <a:pt x="5177141" y="1773982"/>
                </a:lnTo>
                <a:lnTo>
                  <a:pt x="5222918" y="1763710"/>
                </a:lnTo>
                <a:lnTo>
                  <a:pt x="5268885" y="1752824"/>
                </a:lnTo>
                <a:lnTo>
                  <a:pt x="5315147" y="1741400"/>
                </a:lnTo>
                <a:lnTo>
                  <a:pt x="5408993" y="1717246"/>
                </a:lnTo>
                <a:lnTo>
                  <a:pt x="5554674" y="1678895"/>
                </a:lnTo>
                <a:lnTo>
                  <a:pt x="5604974" y="1665853"/>
                </a:lnTo>
                <a:lnTo>
                  <a:pt x="5656323" y="1652807"/>
                </a:lnTo>
                <a:lnTo>
                  <a:pt x="5708830" y="1639837"/>
                </a:lnTo>
                <a:lnTo>
                  <a:pt x="5762600" y="1627016"/>
                </a:lnTo>
                <a:lnTo>
                  <a:pt x="5817743" y="1614424"/>
                </a:lnTo>
                <a:lnTo>
                  <a:pt x="5902950" y="1586986"/>
                </a:lnTo>
                <a:lnTo>
                  <a:pt x="5941996" y="1559702"/>
                </a:lnTo>
                <a:lnTo>
                  <a:pt x="5950063" y="1538825"/>
                </a:lnTo>
                <a:lnTo>
                  <a:pt x="5942330" y="1530603"/>
                </a:lnTo>
                <a:lnTo>
                  <a:pt x="5876219" y="1531854"/>
                </a:lnTo>
                <a:lnTo>
                  <a:pt x="5818781" y="1534549"/>
                </a:lnTo>
                <a:lnTo>
                  <a:pt x="5768679" y="1538400"/>
                </a:lnTo>
                <a:lnTo>
                  <a:pt x="5724577" y="1543117"/>
                </a:lnTo>
                <a:lnTo>
                  <a:pt x="5685140" y="1548412"/>
                </a:lnTo>
                <a:lnTo>
                  <a:pt x="5581462" y="1564865"/>
                </a:lnTo>
                <a:lnTo>
                  <a:pt x="5547327" y="1569575"/>
                </a:lnTo>
                <a:lnTo>
                  <a:pt x="5511179" y="1573417"/>
                </a:lnTo>
                <a:lnTo>
                  <a:pt x="5471681" y="1576100"/>
                </a:lnTo>
                <a:lnTo>
                  <a:pt x="5427498" y="1577335"/>
                </a:lnTo>
                <a:lnTo>
                  <a:pt x="5377294" y="1576834"/>
                </a:lnTo>
                <a:lnTo>
                  <a:pt x="5319734" y="1574308"/>
                </a:lnTo>
                <a:lnTo>
                  <a:pt x="5253482" y="1569465"/>
                </a:lnTo>
                <a:lnTo>
                  <a:pt x="5211953" y="1570205"/>
                </a:lnTo>
                <a:lnTo>
                  <a:pt x="5167010" y="1572152"/>
                </a:lnTo>
                <a:lnTo>
                  <a:pt x="5124963" y="1568496"/>
                </a:lnTo>
                <a:lnTo>
                  <a:pt x="5092120" y="1552429"/>
                </a:lnTo>
                <a:lnTo>
                  <a:pt x="5074793" y="1517141"/>
                </a:lnTo>
                <a:lnTo>
                  <a:pt x="5079280" y="1475769"/>
                </a:lnTo>
                <a:lnTo>
                  <a:pt x="5101674" y="1450537"/>
                </a:lnTo>
                <a:lnTo>
                  <a:pt x="5135943" y="1437179"/>
                </a:lnTo>
                <a:lnTo>
                  <a:pt x="5176054" y="1431431"/>
                </a:lnTo>
                <a:lnTo>
                  <a:pt x="5215974" y="1429026"/>
                </a:lnTo>
                <a:lnTo>
                  <a:pt x="5249672" y="1425702"/>
                </a:lnTo>
                <a:lnTo>
                  <a:pt x="5305367" y="1416896"/>
                </a:lnTo>
                <a:lnTo>
                  <a:pt x="5358453" y="1408778"/>
                </a:lnTo>
                <a:lnTo>
                  <a:pt x="5409473" y="1401268"/>
                </a:lnTo>
                <a:lnTo>
                  <a:pt x="5458972" y="1394285"/>
                </a:lnTo>
                <a:lnTo>
                  <a:pt x="5507494" y="1387751"/>
                </a:lnTo>
                <a:lnTo>
                  <a:pt x="5555583" y="1381585"/>
                </a:lnTo>
                <a:lnTo>
                  <a:pt x="5603783" y="1375707"/>
                </a:lnTo>
                <a:lnTo>
                  <a:pt x="5652638" y="1370038"/>
                </a:lnTo>
                <a:lnTo>
                  <a:pt x="5754491" y="1359006"/>
                </a:lnTo>
                <a:lnTo>
                  <a:pt x="5865495" y="1347851"/>
                </a:lnTo>
                <a:lnTo>
                  <a:pt x="5951241" y="1340257"/>
                </a:lnTo>
                <a:lnTo>
                  <a:pt x="5990111" y="1332965"/>
                </a:lnTo>
                <a:lnTo>
                  <a:pt x="6022050" y="1318766"/>
                </a:lnTo>
                <a:lnTo>
                  <a:pt x="6043861" y="1294227"/>
                </a:lnTo>
                <a:lnTo>
                  <a:pt x="6052347" y="1255917"/>
                </a:lnTo>
                <a:lnTo>
                  <a:pt x="6044311" y="1200403"/>
                </a:lnTo>
                <a:lnTo>
                  <a:pt x="6058829" y="1157591"/>
                </a:lnTo>
                <a:lnTo>
                  <a:pt x="6082902" y="1126735"/>
                </a:lnTo>
                <a:lnTo>
                  <a:pt x="6114485" y="1105243"/>
                </a:lnTo>
                <a:lnTo>
                  <a:pt x="6151534" y="1090517"/>
                </a:lnTo>
                <a:lnTo>
                  <a:pt x="6192004" y="1079963"/>
                </a:lnTo>
                <a:lnTo>
                  <a:pt x="6233851" y="1070986"/>
                </a:lnTo>
                <a:lnTo>
                  <a:pt x="6275030" y="1060989"/>
                </a:lnTo>
                <a:lnTo>
                  <a:pt x="6313496" y="1047378"/>
                </a:lnTo>
                <a:lnTo>
                  <a:pt x="6347206" y="1027557"/>
                </a:lnTo>
                <a:lnTo>
                  <a:pt x="6321759" y="999843"/>
                </a:lnTo>
                <a:lnTo>
                  <a:pt x="6289519" y="983955"/>
                </a:lnTo>
                <a:lnTo>
                  <a:pt x="6253443" y="974472"/>
                </a:lnTo>
                <a:lnTo>
                  <a:pt x="6216487" y="965973"/>
                </a:lnTo>
                <a:lnTo>
                  <a:pt x="6181607" y="953037"/>
                </a:lnTo>
                <a:lnTo>
                  <a:pt x="6151762" y="930245"/>
                </a:lnTo>
                <a:lnTo>
                  <a:pt x="6129909" y="892175"/>
                </a:lnTo>
                <a:lnTo>
                  <a:pt x="6171580" y="895077"/>
                </a:lnTo>
                <a:lnTo>
                  <a:pt x="6205938" y="888173"/>
                </a:lnTo>
                <a:lnTo>
                  <a:pt x="6258550" y="852249"/>
                </a:lnTo>
                <a:lnTo>
                  <a:pt x="6299422" y="799004"/>
                </a:lnTo>
                <a:lnTo>
                  <a:pt x="6319104" y="770449"/>
                </a:lnTo>
                <a:lnTo>
                  <a:pt x="6340230" y="743039"/>
                </a:lnTo>
                <a:lnTo>
                  <a:pt x="6364259" y="718599"/>
                </a:lnTo>
                <a:lnTo>
                  <a:pt x="6392652" y="698955"/>
                </a:lnTo>
                <a:lnTo>
                  <a:pt x="6426866" y="685932"/>
                </a:lnTo>
                <a:lnTo>
                  <a:pt x="6468364" y="681355"/>
                </a:lnTo>
                <a:lnTo>
                  <a:pt x="6505030" y="639627"/>
                </a:lnTo>
                <a:lnTo>
                  <a:pt x="6527549" y="602272"/>
                </a:lnTo>
                <a:lnTo>
                  <a:pt x="6537285" y="568899"/>
                </a:lnTo>
                <a:lnTo>
                  <a:pt x="6535606" y="539119"/>
                </a:lnTo>
                <a:lnTo>
                  <a:pt x="6503467" y="488773"/>
                </a:lnTo>
                <a:lnTo>
                  <a:pt x="6442061" y="448113"/>
                </a:lnTo>
                <a:lnTo>
                  <a:pt x="6403799" y="430441"/>
                </a:lnTo>
                <a:lnTo>
                  <a:pt x="6362319" y="414020"/>
                </a:lnTo>
                <a:lnTo>
                  <a:pt x="6315957" y="399276"/>
                </a:lnTo>
                <a:lnTo>
                  <a:pt x="6269101" y="387788"/>
                </a:lnTo>
                <a:lnTo>
                  <a:pt x="6221791" y="379136"/>
                </a:lnTo>
                <a:lnTo>
                  <a:pt x="6174067" y="372904"/>
                </a:lnTo>
                <a:lnTo>
                  <a:pt x="6125969" y="368675"/>
                </a:lnTo>
                <a:lnTo>
                  <a:pt x="6077537" y="366029"/>
                </a:lnTo>
                <a:lnTo>
                  <a:pt x="6028811" y="364551"/>
                </a:lnTo>
                <a:lnTo>
                  <a:pt x="5979832" y="363822"/>
                </a:lnTo>
                <a:lnTo>
                  <a:pt x="5881274" y="362940"/>
                </a:lnTo>
                <a:lnTo>
                  <a:pt x="5831775" y="361953"/>
                </a:lnTo>
                <a:lnTo>
                  <a:pt x="5782183" y="360045"/>
                </a:lnTo>
                <a:lnTo>
                  <a:pt x="5726089" y="354382"/>
                </a:lnTo>
                <a:lnTo>
                  <a:pt x="5672501" y="347658"/>
                </a:lnTo>
                <a:lnTo>
                  <a:pt x="5620954" y="340146"/>
                </a:lnTo>
                <a:lnTo>
                  <a:pt x="5570982" y="332119"/>
                </a:lnTo>
                <a:lnTo>
                  <a:pt x="5473900" y="315615"/>
                </a:lnTo>
                <a:lnTo>
                  <a:pt x="5425860" y="307684"/>
                </a:lnTo>
                <a:lnTo>
                  <a:pt x="5377533" y="300331"/>
                </a:lnTo>
                <a:lnTo>
                  <a:pt x="5328454" y="293831"/>
                </a:lnTo>
                <a:lnTo>
                  <a:pt x="5278157" y="288455"/>
                </a:lnTo>
                <a:lnTo>
                  <a:pt x="5226177" y="284478"/>
                </a:lnTo>
                <a:lnTo>
                  <a:pt x="5172048" y="282173"/>
                </a:lnTo>
                <a:lnTo>
                  <a:pt x="5115306" y="281813"/>
                </a:lnTo>
                <a:lnTo>
                  <a:pt x="5065798" y="270045"/>
                </a:lnTo>
                <a:lnTo>
                  <a:pt x="5015697" y="261234"/>
                </a:lnTo>
                <a:lnTo>
                  <a:pt x="4965070" y="254887"/>
                </a:lnTo>
                <a:lnTo>
                  <a:pt x="4913985" y="250508"/>
                </a:lnTo>
                <a:lnTo>
                  <a:pt x="4862512" y="247602"/>
                </a:lnTo>
                <a:lnTo>
                  <a:pt x="4810719" y="245675"/>
                </a:lnTo>
                <a:lnTo>
                  <a:pt x="4706447" y="242782"/>
                </a:lnTo>
                <a:lnTo>
                  <a:pt x="4654105" y="240826"/>
                </a:lnTo>
                <a:lnTo>
                  <a:pt x="4601718" y="237871"/>
                </a:lnTo>
                <a:lnTo>
                  <a:pt x="4552082" y="231846"/>
                </a:lnTo>
                <a:lnTo>
                  <a:pt x="4513566" y="225650"/>
                </a:lnTo>
                <a:lnTo>
                  <a:pt x="4462455" y="212823"/>
                </a:lnTo>
                <a:lnTo>
                  <a:pt x="4411816" y="185972"/>
                </a:lnTo>
                <a:lnTo>
                  <a:pt x="4399049" y="179123"/>
                </a:lnTo>
                <a:lnTo>
                  <a:pt x="4360363" y="165398"/>
                </a:lnTo>
                <a:lnTo>
                  <a:pt x="4291737" y="151766"/>
                </a:lnTo>
                <a:lnTo>
                  <a:pt x="4241546" y="145034"/>
                </a:lnTo>
                <a:lnTo>
                  <a:pt x="4178938" y="138963"/>
                </a:lnTo>
                <a:lnTo>
                  <a:pt x="4139034" y="135851"/>
                </a:lnTo>
                <a:lnTo>
                  <a:pt x="4094025" y="132703"/>
                </a:lnTo>
                <a:lnTo>
                  <a:pt x="3990586" y="126340"/>
                </a:lnTo>
                <a:lnTo>
                  <a:pt x="3872402" y="119957"/>
                </a:lnTo>
                <a:lnTo>
                  <a:pt x="3743255" y="113638"/>
                </a:lnTo>
                <a:lnTo>
                  <a:pt x="3537248" y="104465"/>
                </a:lnTo>
                <a:lnTo>
                  <a:pt x="3192646" y="90693"/>
                </a:lnTo>
                <a:lnTo>
                  <a:pt x="1981204" y="45466"/>
                </a:lnTo>
                <a:lnTo>
                  <a:pt x="1575486" y="32280"/>
                </a:lnTo>
                <a:lnTo>
                  <a:pt x="1248501" y="22975"/>
                </a:lnTo>
                <a:lnTo>
                  <a:pt x="897975" y="14386"/>
                </a:lnTo>
                <a:lnTo>
                  <a:pt x="605023" y="8403"/>
                </a:lnTo>
                <a:lnTo>
                  <a:pt x="304576" y="3513"/>
                </a:lnTo>
                <a:lnTo>
                  <a:pt x="76347" y="734"/>
                </a:lnTo>
                <a:lnTo>
                  <a:pt x="0" y="0"/>
                </a:lnTo>
                <a:close/>
              </a:path>
            </a:pathLst>
          </a:custGeom>
          <a:solidFill>
            <a:srgbClr val="E7E6E6">
              <a:alpha val="50196"/>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3" name="Google Shape;23;p4"/>
          <p:cNvSpPr txBox="1"/>
          <p:nvPr>
            <p:ph type="title"/>
          </p:nvPr>
        </p:nvSpPr>
        <p:spPr>
          <a:xfrm>
            <a:off x="743204" y="360629"/>
            <a:ext cx="10705591" cy="1249933"/>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4000">
                <a:solidFill>
                  <a:schemeClr val="dk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4"/>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4"/>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4"/>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7" name="Shape 27"/>
        <p:cNvGrpSpPr/>
        <p:nvPr/>
      </p:nvGrpSpPr>
      <p:grpSpPr>
        <a:xfrm>
          <a:off x="0" y="0"/>
          <a:ext cx="0" cy="0"/>
          <a:chOff x="0" y="0"/>
          <a:chExt cx="0" cy="0"/>
        </a:xfrm>
      </p:grpSpPr>
      <p:sp>
        <p:nvSpPr>
          <p:cNvPr id="28" name="Google Shape;28;p5"/>
          <p:cNvSpPr txBox="1"/>
          <p:nvPr>
            <p:ph type="ctrTitle"/>
          </p:nvPr>
        </p:nvSpPr>
        <p:spPr>
          <a:xfrm>
            <a:off x="914400" y="2125980"/>
            <a:ext cx="10363200" cy="144018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4000">
                <a:solidFill>
                  <a:schemeClr val="dk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subTitle"/>
          </p:nvPr>
        </p:nvSpPr>
        <p:spPr>
          <a:xfrm>
            <a:off x="1828800" y="3840480"/>
            <a:ext cx="8534400" cy="17145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5"/>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5"/>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5"/>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33" name="Shape 33"/>
        <p:cNvGrpSpPr/>
        <p:nvPr/>
      </p:nvGrpSpPr>
      <p:grpSpPr>
        <a:xfrm>
          <a:off x="0" y="0"/>
          <a:ext cx="0" cy="0"/>
          <a:chOff x="0" y="0"/>
          <a:chExt cx="0" cy="0"/>
        </a:xfrm>
      </p:grpSpPr>
      <p:sp>
        <p:nvSpPr>
          <p:cNvPr id="34" name="Google Shape;34;p6"/>
          <p:cNvSpPr txBox="1"/>
          <p:nvPr>
            <p:ph type="title"/>
          </p:nvPr>
        </p:nvSpPr>
        <p:spPr>
          <a:xfrm>
            <a:off x="743204" y="360629"/>
            <a:ext cx="10705591" cy="1249933"/>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4000">
                <a:solidFill>
                  <a:schemeClr val="dk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609600" y="1577340"/>
            <a:ext cx="5303520" cy="452628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6" name="Google Shape;36;p6"/>
          <p:cNvSpPr txBox="1"/>
          <p:nvPr>
            <p:ph idx="2" type="body"/>
          </p:nvPr>
        </p:nvSpPr>
        <p:spPr>
          <a:xfrm>
            <a:off x="6278880" y="1577340"/>
            <a:ext cx="5303520" cy="452628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7" name="Google Shape;37;p6"/>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6"/>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6"/>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43204" y="360629"/>
            <a:ext cx="10705591" cy="1249933"/>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1" i="0" sz="4000" u="none" cap="none" strike="noStrike">
                <a:solidFill>
                  <a:schemeClr val="dk1"/>
                </a:solidFill>
                <a:latin typeface="Times New Roman"/>
                <a:ea typeface="Times New Roman"/>
                <a:cs typeface="Times New Roman"/>
                <a:sym typeface="Times New Roma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793750" y="2041144"/>
            <a:ext cx="10604500" cy="3716654"/>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8" name="Google Shape;8;p1"/>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 name="Google Shape;9;p1"/>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0" name="Google Shape;10;p1"/>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sz="1800">
                <a:solidFill>
                  <a:srgbClr val="888888"/>
                </a:solidFill>
              </a:defRPr>
            </a:lvl1pPr>
            <a:lvl2pPr indent="0" lvl="1" algn="r">
              <a:spcBef>
                <a:spcPts val="0"/>
              </a:spcBef>
              <a:buNone/>
              <a:defRPr sz="1800">
                <a:solidFill>
                  <a:srgbClr val="888888"/>
                </a:solidFill>
              </a:defRPr>
            </a:lvl2pPr>
            <a:lvl3pPr indent="0" lvl="2" algn="r">
              <a:spcBef>
                <a:spcPts val="0"/>
              </a:spcBef>
              <a:buNone/>
              <a:defRPr sz="1800">
                <a:solidFill>
                  <a:srgbClr val="888888"/>
                </a:solidFill>
              </a:defRPr>
            </a:lvl3pPr>
            <a:lvl4pPr indent="0" lvl="3" algn="r">
              <a:spcBef>
                <a:spcPts val="0"/>
              </a:spcBef>
              <a:buNone/>
              <a:defRPr sz="1800">
                <a:solidFill>
                  <a:srgbClr val="888888"/>
                </a:solidFill>
              </a:defRPr>
            </a:lvl4pPr>
            <a:lvl5pPr indent="0" lvl="4" algn="r">
              <a:spcBef>
                <a:spcPts val="0"/>
              </a:spcBef>
              <a:buNone/>
              <a:defRPr sz="1800">
                <a:solidFill>
                  <a:srgbClr val="888888"/>
                </a:solidFill>
              </a:defRPr>
            </a:lvl5pPr>
            <a:lvl6pPr indent="0" lvl="5" algn="r">
              <a:spcBef>
                <a:spcPts val="0"/>
              </a:spcBef>
              <a:buNone/>
              <a:defRPr sz="1800">
                <a:solidFill>
                  <a:srgbClr val="888888"/>
                </a:solidFill>
              </a:defRPr>
            </a:lvl6pPr>
            <a:lvl7pPr indent="0" lvl="6" algn="r">
              <a:spcBef>
                <a:spcPts val="0"/>
              </a:spcBef>
              <a:buNone/>
              <a:defRPr sz="1800">
                <a:solidFill>
                  <a:srgbClr val="888888"/>
                </a:solidFill>
              </a:defRPr>
            </a:lvl7pPr>
            <a:lvl8pPr indent="0" lvl="7" algn="r">
              <a:spcBef>
                <a:spcPts val="0"/>
              </a:spcBef>
              <a:buNone/>
              <a:defRPr sz="1800">
                <a:solidFill>
                  <a:srgbClr val="888888"/>
                </a:solidFill>
              </a:defRPr>
            </a:lvl8pPr>
            <a:lvl9pPr indent="0" lvl="8" algn="r">
              <a:spcBef>
                <a:spcPts val="0"/>
              </a:spcBef>
              <a:buNone/>
              <a:defRPr sz="1800">
                <a:solidFill>
                  <a:srgbClr val="888888"/>
                </a:solidFil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jpg"/><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9.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3" name="Shape 43"/>
        <p:cNvGrpSpPr/>
        <p:nvPr/>
      </p:nvGrpSpPr>
      <p:grpSpPr>
        <a:xfrm>
          <a:off x="0" y="0"/>
          <a:ext cx="0" cy="0"/>
          <a:chOff x="0" y="0"/>
          <a:chExt cx="0" cy="0"/>
        </a:xfrm>
      </p:grpSpPr>
      <p:sp>
        <p:nvSpPr>
          <p:cNvPr descr="$PPTXTitle" id="44" name="Google Shape;44;p7"/>
          <p:cNvSpPr txBox="1"/>
          <p:nvPr>
            <p:ph type="title"/>
          </p:nvPr>
        </p:nvSpPr>
        <p:spPr>
          <a:xfrm>
            <a:off x="3172275" y="426675"/>
            <a:ext cx="7954200" cy="504600"/>
          </a:xfrm>
          <a:prstGeom prst="rect">
            <a:avLst/>
          </a:prstGeom>
          <a:noFill/>
          <a:ln>
            <a:noFill/>
          </a:ln>
        </p:spPr>
        <p:txBody>
          <a:bodyPr anchorCtr="0" anchor="t" bIns="0" lIns="0" spcFirstLastPara="1" rIns="0" wrap="square" tIns="12050">
            <a:spAutoFit/>
          </a:bodyPr>
          <a:lstStyle/>
          <a:p>
            <a:pPr indent="-3149600" lvl="0" marL="3161665" marR="5080" rtl="0" algn="l">
              <a:lnSpc>
                <a:spcPct val="100000"/>
              </a:lnSpc>
              <a:spcBef>
                <a:spcPts val="0"/>
              </a:spcBef>
              <a:spcAft>
                <a:spcPts val="0"/>
              </a:spcAft>
              <a:buNone/>
            </a:pPr>
            <a:r>
              <a:rPr lang="en-US" sz="3200"/>
              <a:t>Customer Churn Prediction</a:t>
            </a:r>
            <a:endParaRPr sz="3200"/>
          </a:p>
        </p:txBody>
      </p:sp>
      <p:sp>
        <p:nvSpPr>
          <p:cNvPr id="45" name="Google Shape;45;p7"/>
          <p:cNvSpPr txBox="1"/>
          <p:nvPr/>
        </p:nvSpPr>
        <p:spPr>
          <a:xfrm>
            <a:off x="2665222" y="1442039"/>
            <a:ext cx="6339205" cy="1155065"/>
          </a:xfrm>
          <a:prstGeom prst="rect">
            <a:avLst/>
          </a:prstGeom>
          <a:noFill/>
          <a:ln>
            <a:noFill/>
          </a:ln>
        </p:spPr>
        <p:txBody>
          <a:bodyPr anchorCtr="0" anchor="t" bIns="0" lIns="0" spcFirstLastPara="1" rIns="0" wrap="square" tIns="38100">
            <a:spAutoFit/>
          </a:bodyPr>
          <a:lstStyle/>
          <a:p>
            <a:pPr indent="0" lvl="0" marL="0" rtl="0" algn="ctr">
              <a:lnSpc>
                <a:spcPct val="100000"/>
              </a:lnSpc>
              <a:spcBef>
                <a:spcPts val="0"/>
              </a:spcBef>
              <a:spcAft>
                <a:spcPts val="0"/>
              </a:spcAft>
              <a:buNone/>
            </a:pPr>
            <a:r>
              <a:rPr lang="en-US" sz="1400">
                <a:latin typeface="Times New Roman"/>
                <a:ea typeface="Times New Roman"/>
                <a:cs typeface="Times New Roman"/>
                <a:sym typeface="Times New Roman"/>
              </a:rPr>
              <a:t>A Presentation made in partial fulfillment of the requirements for the award of Degree of</a:t>
            </a:r>
            <a:endParaRPr sz="1400">
              <a:latin typeface="Times New Roman"/>
              <a:ea typeface="Times New Roman"/>
              <a:cs typeface="Times New Roman"/>
              <a:sym typeface="Times New Roman"/>
            </a:endParaRPr>
          </a:p>
          <a:p>
            <a:pPr indent="0" lvl="0" marL="3810" rtl="0" algn="ctr">
              <a:lnSpc>
                <a:spcPct val="100000"/>
              </a:lnSpc>
              <a:spcBef>
                <a:spcPts val="290"/>
              </a:spcBef>
              <a:spcAft>
                <a:spcPts val="0"/>
              </a:spcAft>
              <a:buNone/>
            </a:pPr>
            <a:r>
              <a:rPr lang="en-US" sz="2000">
                <a:solidFill>
                  <a:srgbClr val="1F3862"/>
                </a:solidFill>
                <a:latin typeface="Times New Roman"/>
                <a:ea typeface="Times New Roman"/>
                <a:cs typeface="Times New Roman"/>
                <a:sym typeface="Times New Roman"/>
              </a:rPr>
              <a:t>BACHELOR OF TECHNOLOGY</a:t>
            </a:r>
            <a:endParaRPr sz="2000">
              <a:latin typeface="Times New Roman"/>
              <a:ea typeface="Times New Roman"/>
              <a:cs typeface="Times New Roman"/>
              <a:sym typeface="Times New Roman"/>
            </a:endParaRPr>
          </a:p>
          <a:p>
            <a:pPr indent="0" lvl="0" marL="1270" rtl="0" algn="ctr">
              <a:lnSpc>
                <a:spcPct val="100000"/>
              </a:lnSpc>
              <a:spcBef>
                <a:spcPts val="295"/>
              </a:spcBef>
              <a:spcAft>
                <a:spcPts val="0"/>
              </a:spcAft>
              <a:buNone/>
            </a:pPr>
            <a:r>
              <a:rPr lang="en-US" sz="1200">
                <a:latin typeface="Times New Roman"/>
                <a:ea typeface="Times New Roman"/>
                <a:cs typeface="Times New Roman"/>
                <a:sym typeface="Times New Roman"/>
              </a:rPr>
              <a:t>in</a:t>
            </a:r>
            <a:endParaRPr sz="1200">
              <a:latin typeface="Times New Roman"/>
              <a:ea typeface="Times New Roman"/>
              <a:cs typeface="Times New Roman"/>
              <a:sym typeface="Times New Roman"/>
            </a:endParaRPr>
          </a:p>
          <a:p>
            <a:pPr indent="0" lvl="0" marL="10160" rtl="0" algn="ctr">
              <a:lnSpc>
                <a:spcPct val="100000"/>
              </a:lnSpc>
              <a:spcBef>
                <a:spcPts val="190"/>
              </a:spcBef>
              <a:spcAft>
                <a:spcPts val="0"/>
              </a:spcAft>
              <a:buNone/>
            </a:pPr>
            <a:r>
              <a:rPr lang="en-US" sz="2000">
                <a:latin typeface="Times New Roman"/>
                <a:ea typeface="Times New Roman"/>
                <a:cs typeface="Times New Roman"/>
                <a:sym typeface="Times New Roman"/>
              </a:rPr>
              <a:t>ARTIFICIAL INTELLIGENCE AND DATA SCIENCE</a:t>
            </a:r>
            <a:endParaRPr sz="2000">
              <a:latin typeface="Times New Roman"/>
              <a:ea typeface="Times New Roman"/>
              <a:cs typeface="Times New Roman"/>
              <a:sym typeface="Times New Roman"/>
            </a:endParaRPr>
          </a:p>
        </p:txBody>
      </p:sp>
      <p:grpSp>
        <p:nvGrpSpPr>
          <p:cNvPr id="46" name="Google Shape;46;p7"/>
          <p:cNvGrpSpPr/>
          <p:nvPr/>
        </p:nvGrpSpPr>
        <p:grpSpPr>
          <a:xfrm>
            <a:off x="4962144" y="2721864"/>
            <a:ext cx="1642872" cy="1600200"/>
            <a:chOff x="4962144" y="2721864"/>
            <a:chExt cx="1642872" cy="1600200"/>
          </a:xfrm>
        </p:grpSpPr>
        <p:pic>
          <p:nvPicPr>
            <p:cNvPr id="47" name="Google Shape;47;p7"/>
            <p:cNvPicPr preferRelativeResize="0"/>
            <p:nvPr/>
          </p:nvPicPr>
          <p:blipFill rotWithShape="1">
            <a:blip r:embed="rId3">
              <a:alphaModFix/>
            </a:blip>
            <a:srcRect b="0" l="0" r="0" t="0"/>
            <a:stretch/>
          </p:blipFill>
          <p:spPr>
            <a:xfrm>
              <a:off x="4962144" y="2721864"/>
              <a:ext cx="1642872" cy="1600200"/>
            </a:xfrm>
            <a:prstGeom prst="rect">
              <a:avLst/>
            </a:prstGeom>
            <a:noFill/>
            <a:ln>
              <a:noFill/>
            </a:ln>
          </p:spPr>
        </p:pic>
        <p:pic>
          <p:nvPicPr>
            <p:cNvPr id="48" name="Google Shape;48;p7"/>
            <p:cNvPicPr preferRelativeResize="0"/>
            <p:nvPr/>
          </p:nvPicPr>
          <p:blipFill rotWithShape="1">
            <a:blip r:embed="rId4">
              <a:alphaModFix/>
            </a:blip>
            <a:srcRect b="0" l="0" r="0" t="0"/>
            <a:stretch/>
          </p:blipFill>
          <p:spPr>
            <a:xfrm>
              <a:off x="6073990" y="3075330"/>
              <a:ext cx="177800" cy="177800"/>
            </a:xfrm>
            <a:prstGeom prst="rect">
              <a:avLst/>
            </a:prstGeom>
            <a:noFill/>
            <a:ln>
              <a:noFill/>
            </a:ln>
          </p:spPr>
        </p:pic>
      </p:grpSp>
      <p:sp>
        <p:nvSpPr>
          <p:cNvPr id="49" name="Google Shape;49;p7"/>
          <p:cNvSpPr txBox="1"/>
          <p:nvPr/>
        </p:nvSpPr>
        <p:spPr>
          <a:xfrm>
            <a:off x="1075825" y="4572000"/>
            <a:ext cx="2276400" cy="450300"/>
          </a:xfrm>
          <a:prstGeom prst="rect">
            <a:avLst/>
          </a:prstGeom>
          <a:noFill/>
          <a:ln>
            <a:noFill/>
          </a:ln>
        </p:spPr>
        <p:txBody>
          <a:bodyPr anchorCtr="0" anchor="t" bIns="91425" lIns="91425" spcFirstLastPara="1" rIns="91425" wrap="square" tIns="91425">
            <a:noAutofit/>
          </a:bodyPr>
          <a:lstStyle/>
          <a:p>
            <a:pPr indent="0" lvl="0" marL="12700" rtl="0" algn="l">
              <a:spcBef>
                <a:spcPts val="0"/>
              </a:spcBef>
              <a:spcAft>
                <a:spcPts val="0"/>
              </a:spcAft>
              <a:buClr>
                <a:schemeClr val="dk1"/>
              </a:buClr>
              <a:buFont typeface="Arial"/>
              <a:buNone/>
            </a:pPr>
            <a:r>
              <a:rPr b="1" lang="en-US" sz="2000">
                <a:solidFill>
                  <a:schemeClr val="dk1"/>
                </a:solidFill>
                <a:latin typeface="Times New Roman"/>
                <a:ea typeface="Times New Roman"/>
                <a:cs typeface="Times New Roman"/>
                <a:sym typeface="Times New Roman"/>
              </a:rPr>
              <a:t>Project Mentor</a:t>
            </a:r>
            <a:endParaRPr sz="2000">
              <a:solidFill>
                <a:schemeClr val="dk1"/>
              </a:solidFill>
              <a:latin typeface="Times New Roman"/>
              <a:ea typeface="Times New Roman"/>
              <a:cs typeface="Times New Roman"/>
              <a:sym typeface="Times New Roman"/>
            </a:endParaRPr>
          </a:p>
        </p:txBody>
      </p:sp>
      <p:sp>
        <p:nvSpPr>
          <p:cNvPr id="50" name="Google Shape;50;p7"/>
          <p:cNvSpPr txBox="1"/>
          <p:nvPr/>
        </p:nvSpPr>
        <p:spPr>
          <a:xfrm>
            <a:off x="7933825" y="4572000"/>
            <a:ext cx="3117300" cy="507600"/>
          </a:xfrm>
          <a:prstGeom prst="rect">
            <a:avLst/>
          </a:prstGeom>
          <a:noFill/>
          <a:ln>
            <a:noFill/>
          </a:ln>
        </p:spPr>
        <p:txBody>
          <a:bodyPr anchorCtr="0" anchor="t" bIns="91425" lIns="91425" spcFirstLastPara="1" rIns="91425" wrap="square" tIns="91425">
            <a:noAutofit/>
          </a:bodyPr>
          <a:lstStyle/>
          <a:p>
            <a:pPr indent="0" lvl="0" marL="12700" rtl="0" algn="just">
              <a:spcBef>
                <a:spcPts val="0"/>
              </a:spcBef>
              <a:spcAft>
                <a:spcPts val="0"/>
              </a:spcAft>
              <a:buClr>
                <a:schemeClr val="dk1"/>
              </a:buClr>
              <a:buFont typeface="Arial"/>
              <a:buNone/>
            </a:pPr>
            <a:r>
              <a:rPr b="1" lang="en-US" sz="2000">
                <a:solidFill>
                  <a:schemeClr val="dk1"/>
                </a:solidFill>
                <a:latin typeface="Times New Roman"/>
                <a:ea typeface="Times New Roman"/>
                <a:cs typeface="Times New Roman"/>
                <a:sym typeface="Times New Roman"/>
              </a:rPr>
              <a:t>Project Members</a:t>
            </a:r>
            <a:endParaRPr sz="2000">
              <a:solidFill>
                <a:schemeClr val="dk1"/>
              </a:solidFill>
              <a:latin typeface="Times New Roman"/>
              <a:ea typeface="Times New Roman"/>
              <a:cs typeface="Times New Roman"/>
              <a:sym typeface="Times New Roman"/>
            </a:endParaRPr>
          </a:p>
        </p:txBody>
      </p:sp>
      <p:sp>
        <p:nvSpPr>
          <p:cNvPr id="51" name="Google Shape;51;p7"/>
          <p:cNvSpPr txBox="1"/>
          <p:nvPr/>
        </p:nvSpPr>
        <p:spPr>
          <a:xfrm>
            <a:off x="7991825" y="5022300"/>
            <a:ext cx="3769800" cy="146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solidFill>
                  <a:schemeClr val="dk1"/>
                </a:solidFill>
                <a:latin typeface="Times New Roman"/>
                <a:ea typeface="Times New Roman"/>
                <a:cs typeface="Times New Roman"/>
                <a:sym typeface="Times New Roman"/>
              </a:rPr>
              <a:t>B.Yaswanth -24B91A5416</a:t>
            </a:r>
            <a:endParaRPr sz="20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2000">
                <a:solidFill>
                  <a:schemeClr val="dk1"/>
                </a:solidFill>
                <a:latin typeface="Times New Roman"/>
                <a:ea typeface="Times New Roman"/>
                <a:cs typeface="Times New Roman"/>
                <a:sym typeface="Times New Roman"/>
              </a:rPr>
              <a:t>G.Manikanta-24B91A5456</a:t>
            </a:r>
            <a:endParaRPr sz="20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2000">
                <a:solidFill>
                  <a:schemeClr val="dk1"/>
                </a:solidFill>
                <a:latin typeface="Times New Roman"/>
                <a:ea typeface="Times New Roman"/>
                <a:cs typeface="Times New Roman"/>
                <a:sym typeface="Times New Roman"/>
              </a:rPr>
              <a:t>CH.Teja Vasavi-24B91A5438</a:t>
            </a:r>
            <a:endParaRPr sz="20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2000">
                <a:solidFill>
                  <a:schemeClr val="dk1"/>
                </a:solidFill>
                <a:latin typeface="Times New Roman"/>
                <a:ea typeface="Times New Roman"/>
                <a:cs typeface="Times New Roman"/>
                <a:sym typeface="Times New Roman"/>
              </a:rPr>
              <a:t>E.Niharika-24B91A5450</a:t>
            </a:r>
            <a:endParaRPr sz="2000">
              <a:solidFill>
                <a:schemeClr val="dk1"/>
              </a:solidFill>
              <a:latin typeface="Times New Roman"/>
              <a:ea typeface="Times New Roman"/>
              <a:cs typeface="Times New Roman"/>
              <a:sym typeface="Times New Roman"/>
            </a:endParaRPr>
          </a:p>
        </p:txBody>
      </p:sp>
      <p:sp>
        <p:nvSpPr>
          <p:cNvPr id="52" name="Google Shape;52;p7"/>
          <p:cNvSpPr txBox="1"/>
          <p:nvPr/>
        </p:nvSpPr>
        <p:spPr>
          <a:xfrm>
            <a:off x="1126025" y="5079600"/>
            <a:ext cx="3270000" cy="1108200"/>
          </a:xfrm>
          <a:prstGeom prst="rect">
            <a:avLst/>
          </a:prstGeom>
          <a:noFill/>
          <a:ln>
            <a:noFill/>
          </a:ln>
        </p:spPr>
        <p:txBody>
          <a:bodyPr anchorCtr="0" anchor="t" bIns="91425" lIns="91425" spcFirstLastPara="1" rIns="91425" wrap="square" tIns="91425">
            <a:spAutoFit/>
          </a:bodyPr>
          <a:lstStyle/>
          <a:p>
            <a:pPr indent="0" lvl="0" marL="12700" marR="5080" rtl="0" algn="l">
              <a:spcBef>
                <a:spcPts val="0"/>
              </a:spcBef>
              <a:spcAft>
                <a:spcPts val="0"/>
              </a:spcAft>
              <a:buClr>
                <a:schemeClr val="dk1"/>
              </a:buClr>
              <a:buFont typeface="Arial"/>
              <a:buNone/>
            </a:pPr>
            <a:r>
              <a:rPr lang="en-US" sz="2000">
                <a:solidFill>
                  <a:schemeClr val="dk1"/>
                </a:solidFill>
                <a:latin typeface="Times New Roman"/>
                <a:ea typeface="Times New Roman"/>
                <a:cs typeface="Times New Roman"/>
                <a:sym typeface="Times New Roman"/>
              </a:rPr>
              <a:t>Mr.V.Saibaba</a:t>
            </a:r>
            <a:endParaRPr sz="2000">
              <a:solidFill>
                <a:schemeClr val="dk1"/>
              </a:solidFill>
              <a:latin typeface="Times New Roman"/>
              <a:ea typeface="Times New Roman"/>
              <a:cs typeface="Times New Roman"/>
              <a:sym typeface="Times New Roman"/>
            </a:endParaRPr>
          </a:p>
          <a:p>
            <a:pPr indent="0" lvl="0" marL="12700" marR="5080" rtl="0" algn="l">
              <a:spcBef>
                <a:spcPts val="0"/>
              </a:spcBef>
              <a:spcAft>
                <a:spcPts val="0"/>
              </a:spcAft>
              <a:buClr>
                <a:schemeClr val="dk1"/>
              </a:buClr>
              <a:buFont typeface="Arial"/>
              <a:buNone/>
            </a:pPr>
            <a:r>
              <a:rPr lang="en-US" sz="2000">
                <a:solidFill>
                  <a:schemeClr val="dk1"/>
                </a:solidFill>
                <a:latin typeface="Times New Roman"/>
                <a:ea typeface="Times New Roman"/>
                <a:cs typeface="Times New Roman"/>
                <a:sym typeface="Times New Roman"/>
              </a:rPr>
              <a:t>Assistant professor</a:t>
            </a:r>
            <a:endParaRPr sz="2000">
              <a:solidFill>
                <a:schemeClr val="dk1"/>
              </a:solidFill>
              <a:latin typeface="Times New Roman"/>
              <a:ea typeface="Times New Roman"/>
              <a:cs typeface="Times New Roman"/>
              <a:sym typeface="Times New Roman"/>
            </a:endParaRPr>
          </a:p>
          <a:p>
            <a:pPr indent="0" lvl="0" marL="12700" marR="5080" rtl="0" algn="l">
              <a:spcBef>
                <a:spcPts val="0"/>
              </a:spcBef>
              <a:spcAft>
                <a:spcPts val="0"/>
              </a:spcAft>
              <a:buClr>
                <a:schemeClr val="dk1"/>
              </a:buClr>
              <a:buFont typeface="Arial"/>
              <a:buNone/>
            </a:pPr>
            <a:r>
              <a:rPr lang="en-US" sz="2000">
                <a:solidFill>
                  <a:schemeClr val="dk1"/>
                </a:solidFill>
                <a:latin typeface="Times New Roman"/>
                <a:ea typeface="Times New Roman"/>
                <a:cs typeface="Times New Roman"/>
                <a:sym typeface="Times New Roman"/>
              </a:rPr>
              <a:t>IT Department</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6" name="Shape 56"/>
        <p:cNvGrpSpPr/>
        <p:nvPr/>
      </p:nvGrpSpPr>
      <p:grpSpPr>
        <a:xfrm>
          <a:off x="0" y="0"/>
          <a:ext cx="0" cy="0"/>
          <a:chOff x="0" y="0"/>
          <a:chExt cx="0" cy="0"/>
        </a:xfrm>
      </p:grpSpPr>
      <p:sp>
        <p:nvSpPr>
          <p:cNvPr descr="$PPTXTitle" id="57" name="Google Shape;57;p8"/>
          <p:cNvSpPr txBox="1"/>
          <p:nvPr>
            <p:ph type="title"/>
          </p:nvPr>
        </p:nvSpPr>
        <p:spPr>
          <a:xfrm>
            <a:off x="526050" y="360625"/>
            <a:ext cx="10922700" cy="1002900"/>
          </a:xfrm>
          <a:prstGeom prst="rect">
            <a:avLst/>
          </a:prstGeom>
          <a:noFill/>
          <a:ln>
            <a:noFill/>
          </a:ln>
        </p:spPr>
        <p:txBody>
          <a:bodyPr anchorCtr="0" anchor="t" bIns="0" lIns="0" spcFirstLastPara="1" rIns="0" wrap="square" tIns="322450">
            <a:spAutoFit/>
          </a:bodyPr>
          <a:lstStyle/>
          <a:p>
            <a:pPr indent="0" lvl="0" marL="156845" rtl="0" algn="l">
              <a:lnSpc>
                <a:spcPct val="100000"/>
              </a:lnSpc>
              <a:spcBef>
                <a:spcPts val="0"/>
              </a:spcBef>
              <a:spcAft>
                <a:spcPts val="0"/>
              </a:spcAft>
              <a:buNone/>
            </a:pPr>
            <a:r>
              <a:rPr lang="en-US" sz="4400"/>
              <a:t>Contents</a:t>
            </a:r>
            <a:endParaRPr sz="4400"/>
          </a:p>
        </p:txBody>
      </p:sp>
      <p:grpSp>
        <p:nvGrpSpPr>
          <p:cNvPr id="58" name="Google Shape;58;p8"/>
          <p:cNvGrpSpPr/>
          <p:nvPr/>
        </p:nvGrpSpPr>
        <p:grpSpPr>
          <a:xfrm>
            <a:off x="0" y="1847093"/>
            <a:ext cx="12252960" cy="5129179"/>
            <a:chOff x="0" y="1999487"/>
            <a:chExt cx="12252960" cy="4765124"/>
          </a:xfrm>
        </p:grpSpPr>
        <p:sp>
          <p:nvSpPr>
            <p:cNvPr id="59" name="Google Shape;59;p8"/>
            <p:cNvSpPr/>
            <p:nvPr/>
          </p:nvSpPr>
          <p:spPr>
            <a:xfrm>
              <a:off x="0" y="1999487"/>
              <a:ext cx="12192000" cy="780414"/>
            </a:xfrm>
            <a:custGeom>
              <a:rect b="b" l="l" r="r" t="t"/>
              <a:pathLst>
                <a:path extrusionOk="0" h="780414" w="12192000">
                  <a:moveTo>
                    <a:pt x="11942051" y="0"/>
                  </a:moveTo>
                  <a:lnTo>
                    <a:pt x="0" y="0"/>
                  </a:lnTo>
                  <a:lnTo>
                    <a:pt x="0" y="780288"/>
                  </a:lnTo>
                  <a:lnTo>
                    <a:pt x="11942051" y="780288"/>
                  </a:lnTo>
                  <a:lnTo>
                    <a:pt x="11942051" y="0"/>
                  </a:lnTo>
                  <a:close/>
                </a:path>
                <a:path extrusionOk="0" h="780414" w="12192000">
                  <a:moveTo>
                    <a:pt x="12192000" y="0"/>
                  </a:moveTo>
                  <a:lnTo>
                    <a:pt x="12033504" y="0"/>
                  </a:lnTo>
                  <a:lnTo>
                    <a:pt x="12033504" y="780288"/>
                  </a:lnTo>
                  <a:lnTo>
                    <a:pt x="12192000" y="780288"/>
                  </a:lnTo>
                  <a:lnTo>
                    <a:pt x="12192000" y="0"/>
                  </a:lnTo>
                  <a:close/>
                </a:path>
              </a:pathLst>
            </a:custGeom>
            <a:solidFill>
              <a:srgbClr val="FFC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60" name="Google Shape;60;p8"/>
            <p:cNvPicPr preferRelativeResize="0"/>
            <p:nvPr/>
          </p:nvPicPr>
          <p:blipFill rotWithShape="1">
            <a:blip r:embed="rId3">
              <a:alphaModFix/>
            </a:blip>
            <a:srcRect b="0" l="0" r="0" t="0"/>
            <a:stretch/>
          </p:blipFill>
          <p:spPr>
            <a:xfrm>
              <a:off x="0" y="2188476"/>
              <a:ext cx="12192001" cy="4425315"/>
            </a:xfrm>
            <a:prstGeom prst="rect">
              <a:avLst/>
            </a:prstGeom>
            <a:noFill/>
            <a:ln>
              <a:noFill/>
            </a:ln>
          </p:spPr>
        </p:pic>
        <p:sp>
          <p:nvSpPr>
            <p:cNvPr id="61" name="Google Shape;61;p8"/>
            <p:cNvSpPr/>
            <p:nvPr/>
          </p:nvSpPr>
          <p:spPr>
            <a:xfrm>
              <a:off x="0" y="2232425"/>
              <a:ext cx="12252960" cy="4532186"/>
            </a:xfrm>
            <a:custGeom>
              <a:rect b="b" l="l" r="r" t="t"/>
              <a:pathLst>
                <a:path extrusionOk="0" h="4148454" w="12192000">
                  <a:moveTo>
                    <a:pt x="12192000" y="0"/>
                  </a:moveTo>
                  <a:lnTo>
                    <a:pt x="0" y="0"/>
                  </a:lnTo>
                  <a:lnTo>
                    <a:pt x="0" y="4148328"/>
                  </a:lnTo>
                  <a:lnTo>
                    <a:pt x="12192000" y="4148328"/>
                  </a:lnTo>
                  <a:lnTo>
                    <a:pt x="12192000"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pic>
        <p:nvPicPr>
          <p:cNvPr id="62" name="Google Shape;62;p8"/>
          <p:cNvPicPr preferRelativeResize="0"/>
          <p:nvPr/>
        </p:nvPicPr>
        <p:blipFill rotWithShape="1">
          <a:blip r:embed="rId4">
            <a:alphaModFix/>
          </a:blip>
          <a:srcRect b="0" l="0" r="0" t="0"/>
          <a:stretch/>
        </p:blipFill>
        <p:spPr>
          <a:xfrm>
            <a:off x="348259" y="3967010"/>
            <a:ext cx="177800" cy="177800"/>
          </a:xfrm>
          <a:prstGeom prst="rect">
            <a:avLst/>
          </a:prstGeom>
          <a:noFill/>
          <a:ln>
            <a:noFill/>
          </a:ln>
        </p:spPr>
      </p:pic>
      <p:sp>
        <p:nvSpPr>
          <p:cNvPr id="63" name="Google Shape;63;p8"/>
          <p:cNvSpPr txBox="1"/>
          <p:nvPr/>
        </p:nvSpPr>
        <p:spPr>
          <a:xfrm>
            <a:off x="647950" y="2252975"/>
            <a:ext cx="8351400" cy="4602300"/>
          </a:xfrm>
          <a:prstGeom prst="rect">
            <a:avLst/>
          </a:prstGeom>
          <a:noFill/>
          <a:ln>
            <a:noFill/>
          </a:ln>
        </p:spPr>
        <p:txBody>
          <a:bodyPr anchorCtr="0" anchor="t" bIns="91425" lIns="91425" spcFirstLastPara="1" rIns="91425" wrap="square" tIns="91425">
            <a:spAutoFit/>
          </a:bodyPr>
          <a:lstStyle/>
          <a:p>
            <a:pPr indent="-227328" lvl="0" marL="240028" rtl="0" algn="l">
              <a:lnSpc>
                <a:spcPct val="114583"/>
              </a:lnSpc>
              <a:spcBef>
                <a:spcPts val="0"/>
              </a:spcBef>
              <a:spcAft>
                <a:spcPts val="0"/>
              </a:spcAft>
              <a:buClr>
                <a:schemeClr val="dk1"/>
              </a:buClr>
              <a:buSzPts val="2400"/>
              <a:buChar char="•"/>
            </a:pPr>
            <a:r>
              <a:rPr lang="en-US" sz="2400">
                <a:solidFill>
                  <a:schemeClr val="dk1"/>
                </a:solidFill>
                <a:latin typeface="Times New Roman"/>
                <a:ea typeface="Times New Roman"/>
                <a:cs typeface="Times New Roman"/>
                <a:sym typeface="Times New Roman"/>
              </a:rPr>
              <a:t>Abstract</a:t>
            </a:r>
            <a:endParaRPr sz="2400">
              <a:solidFill>
                <a:schemeClr val="dk1"/>
              </a:solidFill>
              <a:latin typeface="Times New Roman"/>
              <a:ea typeface="Times New Roman"/>
              <a:cs typeface="Times New Roman"/>
              <a:sym typeface="Times New Roman"/>
            </a:endParaRPr>
          </a:p>
          <a:p>
            <a:pPr indent="-227328" lvl="0" marL="240028" rtl="0" algn="l">
              <a:lnSpc>
                <a:spcPct val="109166"/>
              </a:lnSpc>
              <a:spcBef>
                <a:spcPts val="0"/>
              </a:spcBef>
              <a:spcAft>
                <a:spcPts val="0"/>
              </a:spcAft>
              <a:buClr>
                <a:schemeClr val="dk1"/>
              </a:buClr>
              <a:buSzPts val="2400"/>
              <a:buChar char="•"/>
            </a:pPr>
            <a:r>
              <a:rPr lang="en-US" sz="2400">
                <a:solidFill>
                  <a:schemeClr val="dk1"/>
                </a:solidFill>
                <a:latin typeface="Times New Roman"/>
                <a:ea typeface="Times New Roman"/>
                <a:cs typeface="Times New Roman"/>
                <a:sym typeface="Times New Roman"/>
              </a:rPr>
              <a:t>Literature Survey</a:t>
            </a:r>
            <a:endParaRPr sz="2400">
              <a:solidFill>
                <a:schemeClr val="dk1"/>
              </a:solidFill>
              <a:latin typeface="Times New Roman"/>
              <a:ea typeface="Times New Roman"/>
              <a:cs typeface="Times New Roman"/>
              <a:sym typeface="Times New Roman"/>
            </a:endParaRPr>
          </a:p>
          <a:p>
            <a:pPr indent="-227328" lvl="0" marL="240028" rtl="0" algn="l">
              <a:lnSpc>
                <a:spcPct val="108958"/>
              </a:lnSpc>
              <a:spcBef>
                <a:spcPts val="0"/>
              </a:spcBef>
              <a:spcAft>
                <a:spcPts val="0"/>
              </a:spcAft>
              <a:buClr>
                <a:schemeClr val="dk1"/>
              </a:buClr>
              <a:buSzPts val="2400"/>
              <a:buChar char="•"/>
            </a:pPr>
            <a:r>
              <a:rPr lang="en-US" sz="2400">
                <a:solidFill>
                  <a:schemeClr val="dk1"/>
                </a:solidFill>
                <a:latin typeface="Times New Roman"/>
                <a:ea typeface="Times New Roman"/>
                <a:cs typeface="Times New Roman"/>
                <a:sym typeface="Times New Roman"/>
              </a:rPr>
              <a:t>Problem Statement</a:t>
            </a:r>
            <a:endParaRPr sz="2400">
              <a:solidFill>
                <a:schemeClr val="dk1"/>
              </a:solidFill>
              <a:latin typeface="Times New Roman"/>
              <a:ea typeface="Times New Roman"/>
              <a:cs typeface="Times New Roman"/>
              <a:sym typeface="Times New Roman"/>
            </a:endParaRPr>
          </a:p>
          <a:p>
            <a:pPr indent="-227328" lvl="0" marL="240028" rtl="0" algn="l">
              <a:lnSpc>
                <a:spcPct val="108958"/>
              </a:lnSpc>
              <a:spcBef>
                <a:spcPts val="0"/>
              </a:spcBef>
              <a:spcAft>
                <a:spcPts val="0"/>
              </a:spcAft>
              <a:buClr>
                <a:schemeClr val="dk1"/>
              </a:buClr>
              <a:buSzPts val="2400"/>
              <a:buChar char="•"/>
            </a:pPr>
            <a:r>
              <a:rPr lang="en-US" sz="2400">
                <a:solidFill>
                  <a:schemeClr val="dk1"/>
                </a:solidFill>
                <a:latin typeface="Times New Roman"/>
                <a:ea typeface="Times New Roman"/>
                <a:cs typeface="Times New Roman"/>
                <a:sym typeface="Times New Roman"/>
              </a:rPr>
              <a:t>Objectives</a:t>
            </a:r>
            <a:endParaRPr sz="2400">
              <a:solidFill>
                <a:schemeClr val="dk1"/>
              </a:solidFill>
              <a:latin typeface="Times New Roman"/>
              <a:ea typeface="Times New Roman"/>
              <a:cs typeface="Times New Roman"/>
              <a:sym typeface="Times New Roman"/>
            </a:endParaRPr>
          </a:p>
          <a:p>
            <a:pPr indent="-227328" lvl="0" marL="240028" rtl="0" algn="l">
              <a:lnSpc>
                <a:spcPct val="108958"/>
              </a:lnSpc>
              <a:spcBef>
                <a:spcPts val="0"/>
              </a:spcBef>
              <a:spcAft>
                <a:spcPts val="0"/>
              </a:spcAft>
              <a:buClr>
                <a:schemeClr val="dk1"/>
              </a:buClr>
              <a:buSzPts val="2400"/>
              <a:buChar char="•"/>
            </a:pPr>
            <a:r>
              <a:rPr lang="en-US" sz="2400">
                <a:solidFill>
                  <a:schemeClr val="dk1"/>
                </a:solidFill>
                <a:latin typeface="Times New Roman"/>
                <a:ea typeface="Times New Roman"/>
                <a:cs typeface="Times New Roman"/>
                <a:sym typeface="Times New Roman"/>
              </a:rPr>
              <a:t>Existing Methods</a:t>
            </a:r>
            <a:endParaRPr sz="2400">
              <a:solidFill>
                <a:schemeClr val="dk1"/>
              </a:solidFill>
              <a:latin typeface="Times New Roman"/>
              <a:ea typeface="Times New Roman"/>
              <a:cs typeface="Times New Roman"/>
              <a:sym typeface="Times New Roman"/>
            </a:endParaRPr>
          </a:p>
          <a:p>
            <a:pPr indent="-227328" lvl="0" marL="240028" rtl="0" algn="l">
              <a:lnSpc>
                <a:spcPct val="108958"/>
              </a:lnSpc>
              <a:spcBef>
                <a:spcPts val="0"/>
              </a:spcBef>
              <a:spcAft>
                <a:spcPts val="0"/>
              </a:spcAft>
              <a:buClr>
                <a:schemeClr val="dk1"/>
              </a:buClr>
              <a:buSzPts val="2400"/>
              <a:buChar char="•"/>
            </a:pPr>
            <a:r>
              <a:rPr lang="en-US" sz="2400">
                <a:solidFill>
                  <a:schemeClr val="dk1"/>
                </a:solidFill>
                <a:latin typeface="Times New Roman"/>
                <a:ea typeface="Times New Roman"/>
                <a:cs typeface="Times New Roman"/>
                <a:sym typeface="Times New Roman"/>
              </a:rPr>
              <a:t>Proposed System</a:t>
            </a:r>
            <a:endParaRPr sz="2400">
              <a:solidFill>
                <a:schemeClr val="dk1"/>
              </a:solidFill>
              <a:latin typeface="Times New Roman"/>
              <a:ea typeface="Times New Roman"/>
              <a:cs typeface="Times New Roman"/>
              <a:sym typeface="Times New Roman"/>
            </a:endParaRPr>
          </a:p>
          <a:p>
            <a:pPr indent="-227328" lvl="0" marL="240028" rtl="0" algn="l">
              <a:lnSpc>
                <a:spcPct val="109166"/>
              </a:lnSpc>
              <a:spcBef>
                <a:spcPts val="0"/>
              </a:spcBef>
              <a:spcAft>
                <a:spcPts val="0"/>
              </a:spcAft>
              <a:buClr>
                <a:schemeClr val="dk1"/>
              </a:buClr>
              <a:buSzPts val="2400"/>
              <a:buChar char="•"/>
            </a:pPr>
            <a:r>
              <a:rPr lang="en-US" sz="2400">
                <a:solidFill>
                  <a:schemeClr val="dk1"/>
                </a:solidFill>
                <a:latin typeface="Times New Roman"/>
                <a:ea typeface="Times New Roman"/>
                <a:cs typeface="Times New Roman"/>
                <a:sym typeface="Times New Roman"/>
              </a:rPr>
              <a:t>System Architecture</a:t>
            </a:r>
            <a:endParaRPr sz="2400">
              <a:solidFill>
                <a:schemeClr val="dk1"/>
              </a:solidFill>
              <a:latin typeface="Times New Roman"/>
              <a:ea typeface="Times New Roman"/>
              <a:cs typeface="Times New Roman"/>
              <a:sym typeface="Times New Roman"/>
            </a:endParaRPr>
          </a:p>
          <a:p>
            <a:pPr indent="-227328" lvl="0" marL="240028" rtl="0" algn="l">
              <a:lnSpc>
                <a:spcPct val="109166"/>
              </a:lnSpc>
              <a:spcBef>
                <a:spcPts val="0"/>
              </a:spcBef>
              <a:spcAft>
                <a:spcPts val="0"/>
              </a:spcAft>
              <a:buClr>
                <a:schemeClr val="dk1"/>
              </a:buClr>
              <a:buSzPts val="2400"/>
              <a:buChar char="•"/>
            </a:pPr>
            <a:r>
              <a:rPr lang="en-US" sz="2400">
                <a:solidFill>
                  <a:schemeClr val="dk1"/>
                </a:solidFill>
                <a:latin typeface="Times New Roman"/>
                <a:ea typeface="Times New Roman"/>
                <a:cs typeface="Times New Roman"/>
                <a:sym typeface="Times New Roman"/>
              </a:rPr>
              <a:t>Algorithms</a:t>
            </a:r>
            <a:endParaRPr sz="2400">
              <a:solidFill>
                <a:schemeClr val="dk1"/>
              </a:solidFill>
              <a:latin typeface="Times New Roman"/>
              <a:ea typeface="Times New Roman"/>
              <a:cs typeface="Times New Roman"/>
              <a:sym typeface="Times New Roman"/>
            </a:endParaRPr>
          </a:p>
          <a:p>
            <a:pPr indent="-227328" lvl="0" marL="240028" rtl="0" algn="l">
              <a:lnSpc>
                <a:spcPct val="108958"/>
              </a:lnSpc>
              <a:spcBef>
                <a:spcPts val="0"/>
              </a:spcBef>
              <a:spcAft>
                <a:spcPts val="0"/>
              </a:spcAft>
              <a:buClr>
                <a:schemeClr val="dk1"/>
              </a:buClr>
              <a:buSzPts val="2400"/>
              <a:buChar char="•"/>
            </a:pPr>
            <a:r>
              <a:rPr lang="en-US" sz="2400">
                <a:solidFill>
                  <a:schemeClr val="dk1"/>
                </a:solidFill>
                <a:latin typeface="Times New Roman"/>
                <a:ea typeface="Times New Roman"/>
                <a:cs typeface="Times New Roman"/>
                <a:sym typeface="Times New Roman"/>
              </a:rPr>
              <a:t>Results</a:t>
            </a:r>
            <a:endParaRPr sz="2400">
              <a:solidFill>
                <a:schemeClr val="dk1"/>
              </a:solidFill>
              <a:latin typeface="Times New Roman"/>
              <a:ea typeface="Times New Roman"/>
              <a:cs typeface="Times New Roman"/>
              <a:sym typeface="Times New Roman"/>
            </a:endParaRPr>
          </a:p>
          <a:p>
            <a:pPr indent="-227328" lvl="0" marL="240028" rtl="0" algn="l">
              <a:lnSpc>
                <a:spcPct val="108958"/>
              </a:lnSpc>
              <a:spcBef>
                <a:spcPts val="0"/>
              </a:spcBef>
              <a:spcAft>
                <a:spcPts val="0"/>
              </a:spcAft>
              <a:buClr>
                <a:schemeClr val="dk1"/>
              </a:buClr>
              <a:buSzPts val="2400"/>
              <a:buChar char="•"/>
            </a:pPr>
            <a:r>
              <a:rPr lang="en-US" sz="2400">
                <a:solidFill>
                  <a:schemeClr val="dk1"/>
                </a:solidFill>
                <a:latin typeface="Times New Roman"/>
                <a:ea typeface="Times New Roman"/>
                <a:cs typeface="Times New Roman"/>
                <a:sym typeface="Times New Roman"/>
              </a:rPr>
              <a:t>Tools &amp; Technologies</a:t>
            </a:r>
            <a:endParaRPr sz="2400">
              <a:solidFill>
                <a:schemeClr val="dk1"/>
              </a:solidFill>
              <a:latin typeface="Times New Roman"/>
              <a:ea typeface="Times New Roman"/>
              <a:cs typeface="Times New Roman"/>
              <a:sym typeface="Times New Roman"/>
            </a:endParaRPr>
          </a:p>
          <a:p>
            <a:pPr indent="-227328" lvl="0" marL="240028" rtl="0" algn="l">
              <a:lnSpc>
                <a:spcPct val="114583"/>
              </a:lnSpc>
              <a:spcBef>
                <a:spcPts val="0"/>
              </a:spcBef>
              <a:spcAft>
                <a:spcPts val="0"/>
              </a:spcAft>
              <a:buClr>
                <a:schemeClr val="dk1"/>
              </a:buClr>
              <a:buSzPts val="2400"/>
              <a:buChar char="•"/>
            </a:pPr>
            <a:r>
              <a:rPr lang="en-US" sz="2400">
                <a:solidFill>
                  <a:schemeClr val="dk1"/>
                </a:solidFill>
                <a:latin typeface="Times New Roman"/>
                <a:ea typeface="Times New Roman"/>
                <a:cs typeface="Times New Roman"/>
                <a:sym typeface="Times New Roman"/>
              </a:rPr>
              <a:t>Conclusion</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7" name="Shape 67"/>
        <p:cNvGrpSpPr/>
        <p:nvPr/>
      </p:nvGrpSpPr>
      <p:grpSpPr>
        <a:xfrm>
          <a:off x="0" y="0"/>
          <a:ext cx="0" cy="0"/>
          <a:chOff x="0" y="0"/>
          <a:chExt cx="0" cy="0"/>
        </a:xfrm>
      </p:grpSpPr>
      <p:sp>
        <p:nvSpPr>
          <p:cNvPr id="68" name="Google Shape;68;p9"/>
          <p:cNvSpPr/>
          <p:nvPr/>
        </p:nvSpPr>
        <p:spPr>
          <a:xfrm>
            <a:off x="0" y="9144"/>
            <a:ext cx="12192000" cy="2286000"/>
          </a:xfrm>
          <a:custGeom>
            <a:rect b="b" l="l" r="r" t="t"/>
            <a:pathLst>
              <a:path extrusionOk="0" h="2286000" w="12192000">
                <a:moveTo>
                  <a:pt x="12192000" y="0"/>
                </a:moveTo>
                <a:lnTo>
                  <a:pt x="0" y="0"/>
                </a:lnTo>
                <a:lnTo>
                  <a:pt x="0" y="2133600"/>
                </a:lnTo>
                <a:lnTo>
                  <a:pt x="56191" y="2146300"/>
                </a:lnTo>
                <a:lnTo>
                  <a:pt x="68207" y="2159000"/>
                </a:lnTo>
                <a:lnTo>
                  <a:pt x="78913" y="2159000"/>
                </a:lnTo>
                <a:lnTo>
                  <a:pt x="88837" y="2171700"/>
                </a:lnTo>
                <a:lnTo>
                  <a:pt x="98512" y="2171700"/>
                </a:lnTo>
                <a:lnTo>
                  <a:pt x="123578" y="2184400"/>
                </a:lnTo>
                <a:lnTo>
                  <a:pt x="210541" y="2209800"/>
                </a:lnTo>
                <a:lnTo>
                  <a:pt x="281559" y="2235200"/>
                </a:lnTo>
                <a:lnTo>
                  <a:pt x="305211" y="2247900"/>
                </a:lnTo>
                <a:lnTo>
                  <a:pt x="384586" y="2273300"/>
                </a:lnTo>
                <a:lnTo>
                  <a:pt x="471331" y="2273300"/>
                </a:lnTo>
                <a:lnTo>
                  <a:pt x="503500" y="2286000"/>
                </a:lnTo>
                <a:lnTo>
                  <a:pt x="583552" y="2286000"/>
                </a:lnTo>
                <a:lnTo>
                  <a:pt x="638276" y="2273300"/>
                </a:lnTo>
                <a:lnTo>
                  <a:pt x="660958" y="2260600"/>
                </a:lnTo>
                <a:lnTo>
                  <a:pt x="703287" y="2260600"/>
                </a:lnTo>
                <a:lnTo>
                  <a:pt x="717613" y="2247900"/>
                </a:lnTo>
                <a:lnTo>
                  <a:pt x="1091961" y="2247900"/>
                </a:lnTo>
                <a:lnTo>
                  <a:pt x="1112444" y="2235200"/>
                </a:lnTo>
                <a:lnTo>
                  <a:pt x="1462940" y="2235200"/>
                </a:lnTo>
                <a:lnTo>
                  <a:pt x="1571771" y="2209800"/>
                </a:lnTo>
                <a:lnTo>
                  <a:pt x="1616710" y="2197100"/>
                </a:lnTo>
                <a:lnTo>
                  <a:pt x="1652801" y="2184400"/>
                </a:lnTo>
                <a:lnTo>
                  <a:pt x="1682845" y="2171700"/>
                </a:lnTo>
                <a:lnTo>
                  <a:pt x="1710364" y="2159000"/>
                </a:lnTo>
                <a:lnTo>
                  <a:pt x="1738883" y="2146300"/>
                </a:lnTo>
                <a:lnTo>
                  <a:pt x="1777430" y="2133600"/>
                </a:lnTo>
                <a:lnTo>
                  <a:pt x="1806559" y="2120900"/>
                </a:lnTo>
                <a:lnTo>
                  <a:pt x="1858137" y="2120900"/>
                </a:lnTo>
                <a:lnTo>
                  <a:pt x="1889367" y="2108200"/>
                </a:lnTo>
                <a:lnTo>
                  <a:pt x="1907667" y="2095500"/>
                </a:lnTo>
                <a:lnTo>
                  <a:pt x="1957197" y="2095500"/>
                </a:lnTo>
                <a:lnTo>
                  <a:pt x="1968003" y="2082800"/>
                </a:lnTo>
                <a:lnTo>
                  <a:pt x="2011810" y="2082800"/>
                </a:lnTo>
                <a:lnTo>
                  <a:pt x="2023618" y="2070100"/>
                </a:lnTo>
                <a:lnTo>
                  <a:pt x="2039620" y="2070100"/>
                </a:lnTo>
                <a:lnTo>
                  <a:pt x="2071877" y="2057400"/>
                </a:lnTo>
                <a:lnTo>
                  <a:pt x="2094102" y="2044700"/>
                </a:lnTo>
                <a:lnTo>
                  <a:pt x="2099183" y="2044700"/>
                </a:lnTo>
                <a:lnTo>
                  <a:pt x="2135251" y="2032000"/>
                </a:lnTo>
                <a:lnTo>
                  <a:pt x="2225294" y="2032000"/>
                </a:lnTo>
                <a:lnTo>
                  <a:pt x="2269617" y="2019300"/>
                </a:lnTo>
                <a:lnTo>
                  <a:pt x="2283587" y="2019300"/>
                </a:lnTo>
                <a:lnTo>
                  <a:pt x="2298319" y="2006600"/>
                </a:lnTo>
                <a:lnTo>
                  <a:pt x="2979166" y="2006600"/>
                </a:lnTo>
                <a:lnTo>
                  <a:pt x="2984373" y="1993900"/>
                </a:lnTo>
                <a:lnTo>
                  <a:pt x="3106928" y="1993900"/>
                </a:lnTo>
                <a:lnTo>
                  <a:pt x="3141551" y="1968500"/>
                </a:lnTo>
                <a:lnTo>
                  <a:pt x="3181604" y="1955800"/>
                </a:lnTo>
                <a:lnTo>
                  <a:pt x="3264280" y="1955800"/>
                </a:lnTo>
                <a:lnTo>
                  <a:pt x="3291466" y="1943100"/>
                </a:lnTo>
                <a:lnTo>
                  <a:pt x="3472497" y="1943100"/>
                </a:lnTo>
                <a:lnTo>
                  <a:pt x="3511958" y="1930400"/>
                </a:lnTo>
                <a:lnTo>
                  <a:pt x="3665220" y="1930400"/>
                </a:lnTo>
                <a:lnTo>
                  <a:pt x="3669389" y="1917700"/>
                </a:lnTo>
                <a:lnTo>
                  <a:pt x="3703492" y="1917700"/>
                </a:lnTo>
                <a:lnTo>
                  <a:pt x="3714877" y="1905000"/>
                </a:lnTo>
                <a:lnTo>
                  <a:pt x="3932864" y="1905000"/>
                </a:lnTo>
                <a:lnTo>
                  <a:pt x="3954398" y="1892300"/>
                </a:lnTo>
                <a:lnTo>
                  <a:pt x="4305173" y="1892300"/>
                </a:lnTo>
                <a:lnTo>
                  <a:pt x="4365371" y="1866900"/>
                </a:lnTo>
                <a:lnTo>
                  <a:pt x="4446524" y="1854200"/>
                </a:lnTo>
                <a:lnTo>
                  <a:pt x="4488180" y="1854200"/>
                </a:lnTo>
                <a:lnTo>
                  <a:pt x="4500626" y="1841500"/>
                </a:lnTo>
                <a:lnTo>
                  <a:pt x="4547108" y="1841500"/>
                </a:lnTo>
                <a:lnTo>
                  <a:pt x="4552650" y="1828800"/>
                </a:lnTo>
                <a:lnTo>
                  <a:pt x="6029098" y="1828800"/>
                </a:lnTo>
                <a:lnTo>
                  <a:pt x="6086348" y="1816100"/>
                </a:lnTo>
                <a:lnTo>
                  <a:pt x="6127230" y="1803400"/>
                </a:lnTo>
                <a:lnTo>
                  <a:pt x="6165850" y="1803400"/>
                </a:lnTo>
                <a:lnTo>
                  <a:pt x="6204184" y="1790700"/>
                </a:lnTo>
                <a:lnTo>
                  <a:pt x="6255385" y="1790700"/>
                </a:lnTo>
                <a:lnTo>
                  <a:pt x="6269736" y="1778000"/>
                </a:lnTo>
                <a:lnTo>
                  <a:pt x="6369812" y="1752600"/>
                </a:lnTo>
                <a:lnTo>
                  <a:pt x="6730793" y="1752600"/>
                </a:lnTo>
                <a:lnTo>
                  <a:pt x="6757251" y="1739900"/>
                </a:lnTo>
                <a:lnTo>
                  <a:pt x="6997483" y="1739900"/>
                </a:lnTo>
                <a:lnTo>
                  <a:pt x="7005780" y="1727200"/>
                </a:lnTo>
                <a:lnTo>
                  <a:pt x="7037105" y="1727200"/>
                </a:lnTo>
                <a:lnTo>
                  <a:pt x="7054754" y="1714500"/>
                </a:lnTo>
                <a:lnTo>
                  <a:pt x="7155053" y="1714500"/>
                </a:lnTo>
                <a:lnTo>
                  <a:pt x="7173849" y="1701800"/>
                </a:lnTo>
                <a:lnTo>
                  <a:pt x="7202043" y="1689100"/>
                </a:lnTo>
                <a:lnTo>
                  <a:pt x="7204583" y="1689100"/>
                </a:lnTo>
                <a:lnTo>
                  <a:pt x="7215758" y="1676400"/>
                </a:lnTo>
                <a:lnTo>
                  <a:pt x="7218933" y="1676400"/>
                </a:lnTo>
                <a:lnTo>
                  <a:pt x="7221220" y="1663700"/>
                </a:lnTo>
                <a:lnTo>
                  <a:pt x="7262945" y="1663700"/>
                </a:lnTo>
                <a:lnTo>
                  <a:pt x="7298356" y="1651000"/>
                </a:lnTo>
                <a:lnTo>
                  <a:pt x="7332696" y="1638300"/>
                </a:lnTo>
                <a:lnTo>
                  <a:pt x="7370191" y="1625600"/>
                </a:lnTo>
                <a:lnTo>
                  <a:pt x="7404987" y="1612900"/>
                </a:lnTo>
                <a:lnTo>
                  <a:pt x="7430341" y="1600200"/>
                </a:lnTo>
                <a:lnTo>
                  <a:pt x="7452290" y="1587500"/>
                </a:lnTo>
                <a:lnTo>
                  <a:pt x="7476871" y="1574800"/>
                </a:lnTo>
                <a:lnTo>
                  <a:pt x="7494422" y="1562100"/>
                </a:lnTo>
                <a:lnTo>
                  <a:pt x="7517177" y="1536700"/>
                </a:lnTo>
                <a:lnTo>
                  <a:pt x="7536289" y="1511300"/>
                </a:lnTo>
                <a:lnTo>
                  <a:pt x="7542910" y="1511300"/>
                </a:lnTo>
                <a:lnTo>
                  <a:pt x="7577977" y="1498600"/>
                </a:lnTo>
                <a:lnTo>
                  <a:pt x="7628795" y="1485900"/>
                </a:lnTo>
                <a:lnTo>
                  <a:pt x="7740356" y="1485900"/>
                </a:lnTo>
                <a:lnTo>
                  <a:pt x="7782433" y="1473200"/>
                </a:lnTo>
                <a:lnTo>
                  <a:pt x="7819062" y="1473200"/>
                </a:lnTo>
                <a:lnTo>
                  <a:pt x="7836408" y="1460500"/>
                </a:lnTo>
                <a:lnTo>
                  <a:pt x="7850790" y="1460500"/>
                </a:lnTo>
                <a:lnTo>
                  <a:pt x="7869340" y="1447800"/>
                </a:lnTo>
                <a:lnTo>
                  <a:pt x="7872222" y="1435100"/>
                </a:lnTo>
                <a:lnTo>
                  <a:pt x="7964805" y="1435100"/>
                </a:lnTo>
                <a:lnTo>
                  <a:pt x="7986404" y="1422400"/>
                </a:lnTo>
                <a:lnTo>
                  <a:pt x="8016922" y="1422400"/>
                </a:lnTo>
                <a:lnTo>
                  <a:pt x="8048083" y="1409700"/>
                </a:lnTo>
                <a:lnTo>
                  <a:pt x="8071611" y="1397000"/>
                </a:lnTo>
                <a:lnTo>
                  <a:pt x="8084165" y="1397000"/>
                </a:lnTo>
                <a:lnTo>
                  <a:pt x="8103076" y="1384300"/>
                </a:lnTo>
                <a:lnTo>
                  <a:pt x="8137779" y="1384300"/>
                </a:lnTo>
                <a:lnTo>
                  <a:pt x="8144962" y="1371600"/>
                </a:lnTo>
                <a:lnTo>
                  <a:pt x="8204327" y="1371600"/>
                </a:lnTo>
                <a:lnTo>
                  <a:pt x="8217269" y="1358900"/>
                </a:lnTo>
                <a:lnTo>
                  <a:pt x="8285033" y="1358900"/>
                </a:lnTo>
                <a:lnTo>
                  <a:pt x="8305339" y="1346200"/>
                </a:lnTo>
                <a:lnTo>
                  <a:pt x="8362060" y="1346200"/>
                </a:lnTo>
                <a:lnTo>
                  <a:pt x="8370254" y="1333500"/>
                </a:lnTo>
                <a:lnTo>
                  <a:pt x="8381793" y="1333500"/>
                </a:lnTo>
                <a:lnTo>
                  <a:pt x="8395690" y="1320800"/>
                </a:lnTo>
                <a:lnTo>
                  <a:pt x="8410956" y="1308100"/>
                </a:lnTo>
                <a:lnTo>
                  <a:pt x="8453677" y="1308100"/>
                </a:lnTo>
                <a:lnTo>
                  <a:pt x="8460359" y="1295400"/>
                </a:lnTo>
                <a:lnTo>
                  <a:pt x="8489451" y="1270000"/>
                </a:lnTo>
                <a:lnTo>
                  <a:pt x="8521271" y="1257300"/>
                </a:lnTo>
                <a:lnTo>
                  <a:pt x="8586089" y="1231900"/>
                </a:lnTo>
                <a:lnTo>
                  <a:pt x="8612485" y="1219200"/>
                </a:lnTo>
                <a:lnTo>
                  <a:pt x="8641131" y="1219200"/>
                </a:lnTo>
                <a:lnTo>
                  <a:pt x="8667242" y="1206500"/>
                </a:lnTo>
                <a:lnTo>
                  <a:pt x="8691530" y="1206500"/>
                </a:lnTo>
                <a:lnTo>
                  <a:pt x="8699119" y="1193800"/>
                </a:lnTo>
                <a:lnTo>
                  <a:pt x="8752332" y="1193800"/>
                </a:lnTo>
                <a:lnTo>
                  <a:pt x="8772971" y="1181100"/>
                </a:lnTo>
                <a:lnTo>
                  <a:pt x="8820965" y="1168400"/>
                </a:lnTo>
                <a:lnTo>
                  <a:pt x="8841105" y="1168400"/>
                </a:lnTo>
                <a:lnTo>
                  <a:pt x="8853598" y="1155700"/>
                </a:lnTo>
                <a:lnTo>
                  <a:pt x="8961882" y="1155700"/>
                </a:lnTo>
                <a:lnTo>
                  <a:pt x="8971407" y="1143000"/>
                </a:lnTo>
                <a:lnTo>
                  <a:pt x="9164899" y="1143000"/>
                </a:lnTo>
                <a:lnTo>
                  <a:pt x="9171908" y="1130300"/>
                </a:lnTo>
                <a:lnTo>
                  <a:pt x="9225335" y="1130300"/>
                </a:lnTo>
                <a:lnTo>
                  <a:pt x="9238234" y="1117600"/>
                </a:lnTo>
                <a:lnTo>
                  <a:pt x="9271889" y="1104900"/>
                </a:lnTo>
                <a:lnTo>
                  <a:pt x="9305163" y="1104900"/>
                </a:lnTo>
                <a:lnTo>
                  <a:pt x="9326655" y="1092200"/>
                </a:lnTo>
                <a:lnTo>
                  <a:pt x="9423066" y="1092200"/>
                </a:lnTo>
                <a:lnTo>
                  <a:pt x="9427989" y="1079500"/>
                </a:lnTo>
                <a:lnTo>
                  <a:pt x="9453151" y="1079500"/>
                </a:lnTo>
                <a:lnTo>
                  <a:pt x="9472342" y="1066800"/>
                </a:lnTo>
                <a:lnTo>
                  <a:pt x="9489890" y="1066800"/>
                </a:lnTo>
                <a:lnTo>
                  <a:pt x="9505569" y="1054100"/>
                </a:lnTo>
                <a:lnTo>
                  <a:pt x="9523654" y="1054100"/>
                </a:lnTo>
                <a:lnTo>
                  <a:pt x="9533763" y="1041400"/>
                </a:lnTo>
                <a:lnTo>
                  <a:pt x="9539478" y="1041400"/>
                </a:lnTo>
                <a:lnTo>
                  <a:pt x="9546844" y="1028700"/>
                </a:lnTo>
                <a:lnTo>
                  <a:pt x="9575141" y="1028700"/>
                </a:lnTo>
                <a:lnTo>
                  <a:pt x="9582912" y="1016000"/>
                </a:lnTo>
                <a:lnTo>
                  <a:pt x="9619116" y="1016000"/>
                </a:lnTo>
                <a:lnTo>
                  <a:pt x="9670159" y="990600"/>
                </a:lnTo>
                <a:lnTo>
                  <a:pt x="9712198" y="990600"/>
                </a:lnTo>
                <a:lnTo>
                  <a:pt x="9768586" y="952500"/>
                </a:lnTo>
                <a:lnTo>
                  <a:pt x="9843389" y="952500"/>
                </a:lnTo>
                <a:lnTo>
                  <a:pt x="9926447" y="914400"/>
                </a:lnTo>
                <a:lnTo>
                  <a:pt x="9952355" y="901700"/>
                </a:lnTo>
                <a:lnTo>
                  <a:pt x="9964606" y="889000"/>
                </a:lnTo>
                <a:lnTo>
                  <a:pt x="10000253" y="889000"/>
                </a:lnTo>
                <a:lnTo>
                  <a:pt x="10006076" y="876300"/>
                </a:lnTo>
                <a:lnTo>
                  <a:pt x="10087356" y="876300"/>
                </a:lnTo>
                <a:lnTo>
                  <a:pt x="10138878" y="863600"/>
                </a:lnTo>
                <a:lnTo>
                  <a:pt x="10177399" y="850900"/>
                </a:lnTo>
                <a:lnTo>
                  <a:pt x="12189587" y="850900"/>
                </a:lnTo>
                <a:lnTo>
                  <a:pt x="12192000" y="609600"/>
                </a:lnTo>
                <a:lnTo>
                  <a:pt x="12192000" y="0"/>
                </a:lnTo>
                <a:close/>
              </a:path>
              <a:path extrusionOk="0" h="2286000" w="12192000">
                <a:moveTo>
                  <a:pt x="773150" y="2260600"/>
                </a:moveTo>
                <a:lnTo>
                  <a:pt x="745058" y="2260600"/>
                </a:lnTo>
                <a:lnTo>
                  <a:pt x="757859" y="2273300"/>
                </a:lnTo>
                <a:lnTo>
                  <a:pt x="769594" y="2273300"/>
                </a:lnTo>
                <a:lnTo>
                  <a:pt x="773150" y="2260600"/>
                </a:lnTo>
                <a:close/>
              </a:path>
              <a:path extrusionOk="0" h="2286000" w="12192000">
                <a:moveTo>
                  <a:pt x="787052" y="2260600"/>
                </a:moveTo>
                <a:lnTo>
                  <a:pt x="773150" y="2260600"/>
                </a:lnTo>
                <a:lnTo>
                  <a:pt x="776439" y="2273300"/>
                </a:lnTo>
                <a:lnTo>
                  <a:pt x="781291" y="2273300"/>
                </a:lnTo>
                <a:lnTo>
                  <a:pt x="787052" y="2260600"/>
                </a:lnTo>
                <a:close/>
              </a:path>
              <a:path extrusionOk="0" h="2286000" w="12192000">
                <a:moveTo>
                  <a:pt x="1020756" y="2247900"/>
                </a:moveTo>
                <a:lnTo>
                  <a:pt x="717613" y="2247900"/>
                </a:lnTo>
                <a:lnTo>
                  <a:pt x="722604" y="2260600"/>
                </a:lnTo>
                <a:lnTo>
                  <a:pt x="1018400" y="2260600"/>
                </a:lnTo>
                <a:lnTo>
                  <a:pt x="1020756" y="2247900"/>
                </a:lnTo>
                <a:close/>
              </a:path>
              <a:path extrusionOk="0" h="2286000" w="12192000">
                <a:moveTo>
                  <a:pt x="1263662" y="2247900"/>
                </a:moveTo>
                <a:lnTo>
                  <a:pt x="1230864" y="2247900"/>
                </a:lnTo>
                <a:lnTo>
                  <a:pt x="1239875" y="2260600"/>
                </a:lnTo>
                <a:lnTo>
                  <a:pt x="1263662" y="2247900"/>
                </a:lnTo>
                <a:close/>
              </a:path>
              <a:path extrusionOk="0" h="2286000" w="12192000">
                <a:moveTo>
                  <a:pt x="1381533" y="2247900"/>
                </a:moveTo>
                <a:lnTo>
                  <a:pt x="1279525" y="2247900"/>
                </a:lnTo>
                <a:lnTo>
                  <a:pt x="1285621" y="2260600"/>
                </a:lnTo>
                <a:lnTo>
                  <a:pt x="1375791" y="2260600"/>
                </a:lnTo>
                <a:lnTo>
                  <a:pt x="1381533" y="2247900"/>
                </a:lnTo>
                <a:close/>
              </a:path>
              <a:path extrusionOk="0" h="2286000" w="12192000">
                <a:moveTo>
                  <a:pt x="1462940" y="2235200"/>
                </a:moveTo>
                <a:lnTo>
                  <a:pt x="1153718" y="2235200"/>
                </a:lnTo>
                <a:lnTo>
                  <a:pt x="1154252" y="2247900"/>
                </a:lnTo>
                <a:lnTo>
                  <a:pt x="1394400" y="2247900"/>
                </a:lnTo>
                <a:lnTo>
                  <a:pt x="1411859" y="2260600"/>
                </a:lnTo>
                <a:lnTo>
                  <a:pt x="1462940" y="2235200"/>
                </a:lnTo>
                <a:close/>
              </a:path>
              <a:path extrusionOk="0" h="2286000" w="12192000">
                <a:moveTo>
                  <a:pt x="1148989" y="2235200"/>
                </a:moveTo>
                <a:lnTo>
                  <a:pt x="1133932" y="2235200"/>
                </a:lnTo>
                <a:lnTo>
                  <a:pt x="1137997" y="2247900"/>
                </a:lnTo>
                <a:lnTo>
                  <a:pt x="1143382" y="2247900"/>
                </a:lnTo>
                <a:lnTo>
                  <a:pt x="1148989" y="2235200"/>
                </a:lnTo>
                <a:close/>
              </a:path>
              <a:path extrusionOk="0" h="2286000" w="12192000">
                <a:moveTo>
                  <a:pt x="2663444" y="2006600"/>
                </a:moveTo>
                <a:lnTo>
                  <a:pt x="2304288" y="2006600"/>
                </a:lnTo>
                <a:lnTo>
                  <a:pt x="2316795" y="2019300"/>
                </a:lnTo>
                <a:lnTo>
                  <a:pt x="2325957" y="2032000"/>
                </a:lnTo>
                <a:lnTo>
                  <a:pt x="2337238" y="2032000"/>
                </a:lnTo>
                <a:lnTo>
                  <a:pt x="2356104" y="2019300"/>
                </a:lnTo>
                <a:lnTo>
                  <a:pt x="2642840" y="2019300"/>
                </a:lnTo>
                <a:lnTo>
                  <a:pt x="2663444" y="2006600"/>
                </a:lnTo>
                <a:close/>
              </a:path>
              <a:path extrusionOk="0" h="2286000" w="12192000">
                <a:moveTo>
                  <a:pt x="2458720" y="2019300"/>
                </a:moveTo>
                <a:lnTo>
                  <a:pt x="2383639" y="2019300"/>
                </a:lnTo>
                <a:lnTo>
                  <a:pt x="2407793" y="2032000"/>
                </a:lnTo>
                <a:lnTo>
                  <a:pt x="2431756" y="2032000"/>
                </a:lnTo>
                <a:lnTo>
                  <a:pt x="2458720" y="2019300"/>
                </a:lnTo>
                <a:close/>
              </a:path>
              <a:path extrusionOk="0" h="2286000" w="12192000">
                <a:moveTo>
                  <a:pt x="2961132" y="2006600"/>
                </a:moveTo>
                <a:lnTo>
                  <a:pt x="2809271" y="2006600"/>
                </a:lnTo>
                <a:lnTo>
                  <a:pt x="2824003" y="2019300"/>
                </a:lnTo>
                <a:lnTo>
                  <a:pt x="2849493" y="2019300"/>
                </a:lnTo>
                <a:lnTo>
                  <a:pt x="2846705" y="2032000"/>
                </a:lnTo>
                <a:lnTo>
                  <a:pt x="2858008" y="2032000"/>
                </a:lnTo>
                <a:lnTo>
                  <a:pt x="2925699" y="2019300"/>
                </a:lnTo>
                <a:lnTo>
                  <a:pt x="2961132" y="2006600"/>
                </a:lnTo>
                <a:close/>
              </a:path>
              <a:path extrusionOk="0" h="2286000" w="12192000">
                <a:moveTo>
                  <a:pt x="2759678" y="2006600"/>
                </a:moveTo>
                <a:lnTo>
                  <a:pt x="2663444" y="2006600"/>
                </a:lnTo>
                <a:lnTo>
                  <a:pt x="2696210" y="2019300"/>
                </a:lnTo>
                <a:lnTo>
                  <a:pt x="2749708" y="2019300"/>
                </a:lnTo>
                <a:lnTo>
                  <a:pt x="2759678" y="2006600"/>
                </a:lnTo>
                <a:close/>
              </a:path>
              <a:path extrusionOk="0" h="2286000" w="12192000">
                <a:moveTo>
                  <a:pt x="3636502" y="1930400"/>
                </a:moveTo>
                <a:lnTo>
                  <a:pt x="3552063" y="1930400"/>
                </a:lnTo>
                <a:lnTo>
                  <a:pt x="3577923" y="1943100"/>
                </a:lnTo>
                <a:lnTo>
                  <a:pt x="3606736" y="1943100"/>
                </a:lnTo>
                <a:lnTo>
                  <a:pt x="3636502" y="1930400"/>
                </a:lnTo>
                <a:close/>
              </a:path>
              <a:path extrusionOk="0" h="2286000" w="12192000">
                <a:moveTo>
                  <a:pt x="5149977" y="1917700"/>
                </a:moveTo>
                <a:lnTo>
                  <a:pt x="5053457" y="1917700"/>
                </a:lnTo>
                <a:lnTo>
                  <a:pt x="5094351" y="1930400"/>
                </a:lnTo>
                <a:lnTo>
                  <a:pt x="5100320" y="1930400"/>
                </a:lnTo>
                <a:lnTo>
                  <a:pt x="5149977" y="1917700"/>
                </a:lnTo>
                <a:close/>
              </a:path>
              <a:path extrusionOk="0" h="2286000" w="12192000">
                <a:moveTo>
                  <a:pt x="5182997" y="1917700"/>
                </a:moveTo>
                <a:lnTo>
                  <a:pt x="5154295" y="1917700"/>
                </a:lnTo>
                <a:lnTo>
                  <a:pt x="5169535" y="1930400"/>
                </a:lnTo>
                <a:lnTo>
                  <a:pt x="5182997" y="1917700"/>
                </a:lnTo>
                <a:close/>
              </a:path>
              <a:path extrusionOk="0" h="2286000" w="12192000">
                <a:moveTo>
                  <a:pt x="3916807" y="1905000"/>
                </a:moveTo>
                <a:lnTo>
                  <a:pt x="3727450" y="1905000"/>
                </a:lnTo>
                <a:lnTo>
                  <a:pt x="3733419" y="1917700"/>
                </a:lnTo>
                <a:lnTo>
                  <a:pt x="3885846" y="1917700"/>
                </a:lnTo>
                <a:lnTo>
                  <a:pt x="3916807" y="1905000"/>
                </a:lnTo>
                <a:close/>
              </a:path>
              <a:path extrusionOk="0" h="2286000" w="12192000">
                <a:moveTo>
                  <a:pt x="5439410" y="1892300"/>
                </a:moveTo>
                <a:lnTo>
                  <a:pt x="4963493" y="1892300"/>
                </a:lnTo>
                <a:lnTo>
                  <a:pt x="4992751" y="1917700"/>
                </a:lnTo>
                <a:lnTo>
                  <a:pt x="5336159" y="1917700"/>
                </a:lnTo>
                <a:lnTo>
                  <a:pt x="5350002" y="1905000"/>
                </a:lnTo>
                <a:lnTo>
                  <a:pt x="5421189" y="1905000"/>
                </a:lnTo>
                <a:lnTo>
                  <a:pt x="5439410" y="1892300"/>
                </a:lnTo>
                <a:close/>
              </a:path>
              <a:path extrusionOk="0" h="2286000" w="12192000">
                <a:moveTo>
                  <a:pt x="4271645" y="1892300"/>
                </a:moveTo>
                <a:lnTo>
                  <a:pt x="3974885" y="1892300"/>
                </a:lnTo>
                <a:lnTo>
                  <a:pt x="3987800" y="1905000"/>
                </a:lnTo>
                <a:lnTo>
                  <a:pt x="4223893" y="1905000"/>
                </a:lnTo>
                <a:lnTo>
                  <a:pt x="4271645" y="1892300"/>
                </a:lnTo>
                <a:close/>
              </a:path>
              <a:path extrusionOk="0" h="2286000" w="12192000">
                <a:moveTo>
                  <a:pt x="5671649" y="1879600"/>
                </a:moveTo>
                <a:lnTo>
                  <a:pt x="4893818" y="1879600"/>
                </a:lnTo>
                <a:lnTo>
                  <a:pt x="4903065" y="1892300"/>
                </a:lnTo>
                <a:lnTo>
                  <a:pt x="5486019" y="1892300"/>
                </a:lnTo>
                <a:lnTo>
                  <a:pt x="5490972" y="1905000"/>
                </a:lnTo>
                <a:lnTo>
                  <a:pt x="5504815" y="1905000"/>
                </a:lnTo>
                <a:lnTo>
                  <a:pt x="5629783" y="1892300"/>
                </a:lnTo>
                <a:lnTo>
                  <a:pt x="5671649" y="1879600"/>
                </a:lnTo>
                <a:close/>
              </a:path>
              <a:path extrusionOk="0" h="2286000" w="12192000">
                <a:moveTo>
                  <a:pt x="5772912" y="1866900"/>
                </a:moveTo>
                <a:lnTo>
                  <a:pt x="4856386" y="1866900"/>
                </a:lnTo>
                <a:lnTo>
                  <a:pt x="4868672" y="1879600"/>
                </a:lnTo>
                <a:lnTo>
                  <a:pt x="5736617" y="1879600"/>
                </a:lnTo>
                <a:lnTo>
                  <a:pt x="5772912" y="1866900"/>
                </a:lnTo>
                <a:close/>
              </a:path>
              <a:path extrusionOk="0" h="2286000" w="12192000">
                <a:moveTo>
                  <a:pt x="4488180" y="1854200"/>
                </a:moveTo>
                <a:lnTo>
                  <a:pt x="4446524" y="1854200"/>
                </a:lnTo>
                <a:lnTo>
                  <a:pt x="4445508" y="1866900"/>
                </a:lnTo>
                <a:lnTo>
                  <a:pt x="4488180" y="1854200"/>
                </a:lnTo>
                <a:close/>
              </a:path>
              <a:path extrusionOk="0" h="2286000" w="12192000">
                <a:moveTo>
                  <a:pt x="6029098" y="1828800"/>
                </a:moveTo>
                <a:lnTo>
                  <a:pt x="4598924" y="1828800"/>
                </a:lnTo>
                <a:lnTo>
                  <a:pt x="4605147" y="1841500"/>
                </a:lnTo>
                <a:lnTo>
                  <a:pt x="4632452" y="1841500"/>
                </a:lnTo>
                <a:lnTo>
                  <a:pt x="4634230" y="1854200"/>
                </a:lnTo>
                <a:lnTo>
                  <a:pt x="4660411" y="1854200"/>
                </a:lnTo>
                <a:lnTo>
                  <a:pt x="4677664" y="1866900"/>
                </a:lnTo>
                <a:lnTo>
                  <a:pt x="5867400" y="1866900"/>
                </a:lnTo>
                <a:lnTo>
                  <a:pt x="5902217" y="1854200"/>
                </a:lnTo>
                <a:lnTo>
                  <a:pt x="5961919" y="1841500"/>
                </a:lnTo>
                <a:lnTo>
                  <a:pt x="6029098" y="1828800"/>
                </a:lnTo>
                <a:close/>
              </a:path>
              <a:path extrusionOk="0" h="2286000" w="12192000">
                <a:moveTo>
                  <a:pt x="4598924" y="1828800"/>
                </a:moveTo>
                <a:lnTo>
                  <a:pt x="4552650" y="1828800"/>
                </a:lnTo>
                <a:lnTo>
                  <a:pt x="4568015" y="1841500"/>
                </a:lnTo>
                <a:lnTo>
                  <a:pt x="4585880" y="1841500"/>
                </a:lnTo>
                <a:lnTo>
                  <a:pt x="4598924" y="1828800"/>
                </a:lnTo>
                <a:close/>
              </a:path>
              <a:path extrusionOk="0" h="2286000" w="12192000">
                <a:moveTo>
                  <a:pt x="6469072" y="1765300"/>
                </a:moveTo>
                <a:lnTo>
                  <a:pt x="6445811" y="1765300"/>
                </a:lnTo>
                <a:lnTo>
                  <a:pt x="6459982" y="1778000"/>
                </a:lnTo>
                <a:lnTo>
                  <a:pt x="6469072" y="1765300"/>
                </a:lnTo>
                <a:close/>
              </a:path>
              <a:path extrusionOk="0" h="2286000" w="12192000">
                <a:moveTo>
                  <a:pt x="6404610" y="1752600"/>
                </a:moveTo>
                <a:lnTo>
                  <a:pt x="6382639" y="1752600"/>
                </a:lnTo>
                <a:lnTo>
                  <a:pt x="6382696" y="1765300"/>
                </a:lnTo>
                <a:lnTo>
                  <a:pt x="6393908" y="1765300"/>
                </a:lnTo>
                <a:lnTo>
                  <a:pt x="6404610" y="1752600"/>
                </a:lnTo>
                <a:close/>
              </a:path>
              <a:path extrusionOk="0" h="2286000" w="12192000">
                <a:moveTo>
                  <a:pt x="6519799" y="1752600"/>
                </a:moveTo>
                <a:lnTo>
                  <a:pt x="6404610" y="1752600"/>
                </a:lnTo>
                <a:lnTo>
                  <a:pt x="6411279" y="1765300"/>
                </a:lnTo>
                <a:lnTo>
                  <a:pt x="6514338" y="1765300"/>
                </a:lnTo>
                <a:lnTo>
                  <a:pt x="6519799" y="1752600"/>
                </a:lnTo>
                <a:close/>
              </a:path>
              <a:path extrusionOk="0" h="2286000" w="12192000">
                <a:moveTo>
                  <a:pt x="6591238" y="1752600"/>
                </a:moveTo>
                <a:lnTo>
                  <a:pt x="6540881" y="1752600"/>
                </a:lnTo>
                <a:lnTo>
                  <a:pt x="6544183" y="1765300"/>
                </a:lnTo>
                <a:lnTo>
                  <a:pt x="6577076" y="1765300"/>
                </a:lnTo>
                <a:lnTo>
                  <a:pt x="6591238" y="1752600"/>
                </a:lnTo>
                <a:close/>
              </a:path>
              <a:path extrusionOk="0" h="2286000" w="12192000">
                <a:moveTo>
                  <a:pt x="7097204" y="1714500"/>
                </a:moveTo>
                <a:lnTo>
                  <a:pt x="7071117" y="1714500"/>
                </a:lnTo>
                <a:lnTo>
                  <a:pt x="7082790" y="1727200"/>
                </a:lnTo>
                <a:lnTo>
                  <a:pt x="7091473" y="1727200"/>
                </a:lnTo>
                <a:lnTo>
                  <a:pt x="7097204" y="1714500"/>
                </a:lnTo>
                <a:close/>
              </a:path>
              <a:path extrusionOk="0" h="2286000" w="12192000">
                <a:moveTo>
                  <a:pt x="7128287" y="1714500"/>
                </a:moveTo>
                <a:lnTo>
                  <a:pt x="7101220" y="1714500"/>
                </a:lnTo>
                <a:lnTo>
                  <a:pt x="7104760" y="1727200"/>
                </a:lnTo>
                <a:lnTo>
                  <a:pt x="7115321" y="1727200"/>
                </a:lnTo>
                <a:lnTo>
                  <a:pt x="7128287" y="1714500"/>
                </a:lnTo>
                <a:close/>
              </a:path>
              <a:path extrusionOk="0" h="2286000" w="12192000">
                <a:moveTo>
                  <a:pt x="7813754" y="1473200"/>
                </a:moveTo>
                <a:lnTo>
                  <a:pt x="7782433" y="1473200"/>
                </a:lnTo>
                <a:lnTo>
                  <a:pt x="7806279" y="1485900"/>
                </a:lnTo>
                <a:lnTo>
                  <a:pt x="7813754" y="1473200"/>
                </a:lnTo>
                <a:close/>
              </a:path>
              <a:path extrusionOk="0" h="2286000" w="12192000">
                <a:moveTo>
                  <a:pt x="7911846" y="1435100"/>
                </a:moveTo>
                <a:lnTo>
                  <a:pt x="7872222" y="1435100"/>
                </a:lnTo>
                <a:lnTo>
                  <a:pt x="7894701" y="1447800"/>
                </a:lnTo>
                <a:lnTo>
                  <a:pt x="7898765" y="1447800"/>
                </a:lnTo>
                <a:lnTo>
                  <a:pt x="7911846" y="1435100"/>
                </a:lnTo>
                <a:close/>
              </a:path>
              <a:path extrusionOk="0" h="2286000" w="12192000">
                <a:moveTo>
                  <a:pt x="7957184" y="1435100"/>
                </a:moveTo>
                <a:lnTo>
                  <a:pt x="7911846" y="1435100"/>
                </a:lnTo>
                <a:lnTo>
                  <a:pt x="7919084" y="1447800"/>
                </a:lnTo>
                <a:lnTo>
                  <a:pt x="7949310" y="1447800"/>
                </a:lnTo>
                <a:lnTo>
                  <a:pt x="7957184" y="1435100"/>
                </a:lnTo>
                <a:close/>
              </a:path>
              <a:path extrusionOk="0" h="2286000" w="12192000">
                <a:moveTo>
                  <a:pt x="9042169" y="1143000"/>
                </a:moveTo>
                <a:lnTo>
                  <a:pt x="8971407" y="1143000"/>
                </a:lnTo>
                <a:lnTo>
                  <a:pt x="9015730" y="1155700"/>
                </a:lnTo>
                <a:lnTo>
                  <a:pt x="9042169" y="1143000"/>
                </a:lnTo>
                <a:close/>
              </a:path>
              <a:path extrusionOk="0" h="2286000" w="12192000">
                <a:moveTo>
                  <a:pt x="9137015" y="1143000"/>
                </a:moveTo>
                <a:lnTo>
                  <a:pt x="9053630" y="1143000"/>
                </a:lnTo>
                <a:lnTo>
                  <a:pt x="9064001" y="1155700"/>
                </a:lnTo>
                <a:lnTo>
                  <a:pt x="9087166" y="1155700"/>
                </a:lnTo>
                <a:lnTo>
                  <a:pt x="9137015" y="1143000"/>
                </a:lnTo>
                <a:close/>
              </a:path>
              <a:path extrusionOk="0" h="2286000" w="12192000">
                <a:moveTo>
                  <a:pt x="9305163" y="1104900"/>
                </a:moveTo>
                <a:lnTo>
                  <a:pt x="9282430" y="1104900"/>
                </a:lnTo>
                <a:lnTo>
                  <a:pt x="9289288" y="1117600"/>
                </a:lnTo>
                <a:lnTo>
                  <a:pt x="9296654" y="1117600"/>
                </a:lnTo>
                <a:lnTo>
                  <a:pt x="9305163" y="1104900"/>
                </a:lnTo>
                <a:close/>
              </a:path>
              <a:path extrusionOk="0" h="2286000" w="12192000">
                <a:moveTo>
                  <a:pt x="9397111" y="1092200"/>
                </a:moveTo>
                <a:lnTo>
                  <a:pt x="9326655" y="1092200"/>
                </a:lnTo>
                <a:lnTo>
                  <a:pt x="9336706" y="1104900"/>
                </a:lnTo>
                <a:lnTo>
                  <a:pt x="9353972" y="1104900"/>
                </a:lnTo>
                <a:lnTo>
                  <a:pt x="9397111" y="1092200"/>
                </a:lnTo>
                <a:close/>
              </a:path>
              <a:path extrusionOk="0" h="2286000" w="12192000">
                <a:moveTo>
                  <a:pt x="9556694" y="1028700"/>
                </a:moveTo>
                <a:lnTo>
                  <a:pt x="9546844" y="1028700"/>
                </a:lnTo>
                <a:lnTo>
                  <a:pt x="9543796" y="1041400"/>
                </a:lnTo>
                <a:lnTo>
                  <a:pt x="9549638" y="1041400"/>
                </a:lnTo>
                <a:lnTo>
                  <a:pt x="9556694" y="1028700"/>
                </a:lnTo>
                <a:close/>
              </a:path>
              <a:path extrusionOk="0" h="2286000" w="12192000">
                <a:moveTo>
                  <a:pt x="9776206" y="952500"/>
                </a:moveTo>
                <a:lnTo>
                  <a:pt x="9768586" y="952500"/>
                </a:lnTo>
                <a:lnTo>
                  <a:pt x="9773539" y="965200"/>
                </a:lnTo>
                <a:lnTo>
                  <a:pt x="9776206" y="952500"/>
                </a:lnTo>
                <a:close/>
              </a:path>
              <a:path extrusionOk="0" h="2286000" w="12192000">
                <a:moveTo>
                  <a:pt x="9843389" y="952500"/>
                </a:moveTo>
                <a:lnTo>
                  <a:pt x="9785604" y="952500"/>
                </a:lnTo>
                <a:lnTo>
                  <a:pt x="9801860" y="965200"/>
                </a:lnTo>
                <a:lnTo>
                  <a:pt x="9830816" y="965200"/>
                </a:lnTo>
                <a:lnTo>
                  <a:pt x="9843389" y="952500"/>
                </a:lnTo>
                <a:close/>
              </a:path>
              <a:path extrusionOk="0" h="2286000" w="12192000">
                <a:moveTo>
                  <a:pt x="12189587" y="850900"/>
                </a:moveTo>
                <a:lnTo>
                  <a:pt x="11237630" y="850900"/>
                </a:lnTo>
                <a:lnTo>
                  <a:pt x="11289823" y="863600"/>
                </a:lnTo>
                <a:lnTo>
                  <a:pt x="11900281" y="863600"/>
                </a:lnTo>
                <a:lnTo>
                  <a:pt x="11933816" y="876300"/>
                </a:lnTo>
                <a:lnTo>
                  <a:pt x="12033083" y="876300"/>
                </a:lnTo>
                <a:lnTo>
                  <a:pt x="12056618" y="889000"/>
                </a:lnTo>
                <a:lnTo>
                  <a:pt x="12078741" y="901700"/>
                </a:lnTo>
                <a:lnTo>
                  <a:pt x="12134467" y="901700"/>
                </a:lnTo>
                <a:lnTo>
                  <a:pt x="12163806" y="914400"/>
                </a:lnTo>
                <a:lnTo>
                  <a:pt x="12170791" y="914400"/>
                </a:lnTo>
                <a:lnTo>
                  <a:pt x="12189206" y="889000"/>
                </a:lnTo>
                <a:lnTo>
                  <a:pt x="12189333" y="876300"/>
                </a:lnTo>
                <a:lnTo>
                  <a:pt x="12189460" y="863600"/>
                </a:lnTo>
                <a:lnTo>
                  <a:pt x="12189587" y="850900"/>
                </a:lnTo>
                <a:close/>
              </a:path>
              <a:path extrusionOk="0" h="2286000" w="12192000">
                <a:moveTo>
                  <a:pt x="11863143" y="876300"/>
                </a:moveTo>
                <a:lnTo>
                  <a:pt x="11659235" y="876300"/>
                </a:lnTo>
                <a:lnTo>
                  <a:pt x="11687121" y="901700"/>
                </a:lnTo>
                <a:lnTo>
                  <a:pt x="11836066" y="901700"/>
                </a:lnTo>
                <a:lnTo>
                  <a:pt x="11863143" y="876300"/>
                </a:lnTo>
                <a:close/>
              </a:path>
              <a:path extrusionOk="0" h="2286000" w="12192000">
                <a:moveTo>
                  <a:pt x="10761797" y="876300"/>
                </a:moveTo>
                <a:lnTo>
                  <a:pt x="10666781" y="876300"/>
                </a:lnTo>
                <a:lnTo>
                  <a:pt x="10712080" y="889000"/>
                </a:lnTo>
                <a:lnTo>
                  <a:pt x="10748391" y="889000"/>
                </a:lnTo>
                <a:lnTo>
                  <a:pt x="10761797" y="876300"/>
                </a:lnTo>
                <a:close/>
              </a:path>
              <a:path extrusionOk="0" h="2286000" w="12192000">
                <a:moveTo>
                  <a:pt x="11900281" y="863600"/>
                </a:moveTo>
                <a:lnTo>
                  <a:pt x="11332729" y="863600"/>
                </a:lnTo>
                <a:lnTo>
                  <a:pt x="11367897" y="876300"/>
                </a:lnTo>
                <a:lnTo>
                  <a:pt x="11427594" y="889000"/>
                </a:lnTo>
                <a:lnTo>
                  <a:pt x="11476005" y="889000"/>
                </a:lnTo>
                <a:lnTo>
                  <a:pt x="11520844" y="876300"/>
                </a:lnTo>
                <a:lnTo>
                  <a:pt x="11863143" y="876300"/>
                </a:lnTo>
                <a:lnTo>
                  <a:pt x="11900281" y="863600"/>
                </a:lnTo>
                <a:close/>
              </a:path>
              <a:path extrusionOk="0" h="2286000" w="12192000">
                <a:moveTo>
                  <a:pt x="11659235" y="876300"/>
                </a:moveTo>
                <a:lnTo>
                  <a:pt x="11591708" y="876300"/>
                </a:lnTo>
                <a:lnTo>
                  <a:pt x="11611054" y="889000"/>
                </a:lnTo>
                <a:lnTo>
                  <a:pt x="11632138" y="889000"/>
                </a:lnTo>
                <a:lnTo>
                  <a:pt x="11659235" y="876300"/>
                </a:lnTo>
                <a:close/>
              </a:path>
              <a:path extrusionOk="0" h="2286000" w="12192000">
                <a:moveTo>
                  <a:pt x="10814304" y="863600"/>
                </a:moveTo>
                <a:lnTo>
                  <a:pt x="10563723" y="863600"/>
                </a:lnTo>
                <a:lnTo>
                  <a:pt x="10616120" y="876300"/>
                </a:lnTo>
                <a:lnTo>
                  <a:pt x="10807041" y="876300"/>
                </a:lnTo>
                <a:lnTo>
                  <a:pt x="10814304" y="863600"/>
                </a:lnTo>
                <a:close/>
              </a:path>
              <a:path extrusionOk="0" h="2286000" w="12192000">
                <a:moveTo>
                  <a:pt x="10928570" y="863600"/>
                </a:moveTo>
                <a:lnTo>
                  <a:pt x="10880151" y="863600"/>
                </a:lnTo>
                <a:lnTo>
                  <a:pt x="10893298" y="876300"/>
                </a:lnTo>
                <a:lnTo>
                  <a:pt x="10928570" y="863600"/>
                </a:lnTo>
                <a:close/>
              </a:path>
              <a:path extrusionOk="0" h="2286000" w="12192000">
                <a:moveTo>
                  <a:pt x="10438036" y="850900"/>
                </a:moveTo>
                <a:lnTo>
                  <a:pt x="10213054" y="850900"/>
                </a:lnTo>
                <a:lnTo>
                  <a:pt x="10238192" y="863600"/>
                </a:lnTo>
                <a:lnTo>
                  <a:pt x="10393759" y="863600"/>
                </a:lnTo>
                <a:lnTo>
                  <a:pt x="10438036" y="850900"/>
                </a:lnTo>
                <a:close/>
              </a:path>
              <a:path extrusionOk="0" h="2286000" w="12192000">
                <a:moveTo>
                  <a:pt x="11035547" y="850900"/>
                </a:moveTo>
                <a:lnTo>
                  <a:pt x="10468229" y="850900"/>
                </a:lnTo>
                <a:lnTo>
                  <a:pt x="10513217" y="863600"/>
                </a:lnTo>
                <a:lnTo>
                  <a:pt x="10982499" y="863600"/>
                </a:lnTo>
                <a:lnTo>
                  <a:pt x="11035547" y="850900"/>
                </a:lnTo>
                <a:close/>
              </a:path>
              <a:path extrusionOk="0" h="2286000" w="12192000">
                <a:moveTo>
                  <a:pt x="11237630" y="850900"/>
                </a:moveTo>
                <a:lnTo>
                  <a:pt x="11035547" y="850900"/>
                </a:lnTo>
                <a:lnTo>
                  <a:pt x="11068177" y="863600"/>
                </a:lnTo>
                <a:lnTo>
                  <a:pt x="11174603" y="863600"/>
                </a:lnTo>
                <a:lnTo>
                  <a:pt x="11237630" y="850900"/>
                </a:lnTo>
                <a:close/>
              </a:path>
            </a:pathLst>
          </a:custGeom>
          <a:solidFill>
            <a:srgbClr val="82766A">
              <a:alpha val="14901"/>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descr="$PPTXTitle" id="69" name="Google Shape;69;p9"/>
          <p:cNvSpPr txBox="1"/>
          <p:nvPr>
            <p:ph type="title"/>
          </p:nvPr>
        </p:nvSpPr>
        <p:spPr>
          <a:xfrm>
            <a:off x="743204" y="360629"/>
            <a:ext cx="10705591" cy="1249933"/>
          </a:xfrm>
          <a:prstGeom prst="rect">
            <a:avLst/>
          </a:prstGeom>
          <a:noFill/>
          <a:ln>
            <a:noFill/>
          </a:ln>
        </p:spPr>
        <p:txBody>
          <a:bodyPr anchorCtr="0" anchor="t" bIns="0" lIns="0" spcFirstLastPara="1" rIns="0" wrap="square" tIns="394950">
            <a:spAutoFit/>
          </a:bodyPr>
          <a:lstStyle/>
          <a:p>
            <a:pPr indent="0" lvl="0" marL="485140" rtl="0" algn="l">
              <a:lnSpc>
                <a:spcPct val="100000"/>
              </a:lnSpc>
              <a:spcBef>
                <a:spcPts val="0"/>
              </a:spcBef>
              <a:spcAft>
                <a:spcPts val="0"/>
              </a:spcAft>
              <a:buNone/>
            </a:pPr>
            <a:r>
              <a:rPr lang="en-US" sz="4400">
                <a:solidFill>
                  <a:srgbClr val="252525"/>
                </a:solidFill>
              </a:rPr>
              <a:t>Abstract</a:t>
            </a:r>
            <a:endParaRPr sz="4400"/>
          </a:p>
        </p:txBody>
      </p:sp>
      <p:sp>
        <p:nvSpPr>
          <p:cNvPr id="70" name="Google Shape;70;p9"/>
          <p:cNvSpPr/>
          <p:nvPr/>
        </p:nvSpPr>
        <p:spPr>
          <a:xfrm>
            <a:off x="2224277" y="5971540"/>
            <a:ext cx="9968230" cy="886460"/>
          </a:xfrm>
          <a:custGeom>
            <a:rect b="b" l="l" r="r" t="t"/>
            <a:pathLst>
              <a:path extrusionOk="0" h="886459" w="9968230">
                <a:moveTo>
                  <a:pt x="62230" y="859790"/>
                </a:moveTo>
                <a:lnTo>
                  <a:pt x="52591" y="863600"/>
                </a:lnTo>
                <a:lnTo>
                  <a:pt x="10455" y="877570"/>
                </a:lnTo>
                <a:lnTo>
                  <a:pt x="0" y="881380"/>
                </a:lnTo>
                <a:lnTo>
                  <a:pt x="5461" y="883920"/>
                </a:lnTo>
                <a:lnTo>
                  <a:pt x="16002" y="886460"/>
                </a:lnTo>
                <a:lnTo>
                  <a:pt x="9967722" y="886460"/>
                </a:lnTo>
                <a:lnTo>
                  <a:pt x="9967722" y="868680"/>
                </a:lnTo>
                <a:lnTo>
                  <a:pt x="99015" y="868680"/>
                </a:lnTo>
                <a:lnTo>
                  <a:pt x="62230" y="859790"/>
                </a:lnTo>
                <a:close/>
              </a:path>
              <a:path extrusionOk="0" h="886459" w="9968230">
                <a:moveTo>
                  <a:pt x="518773" y="763270"/>
                </a:moveTo>
                <a:lnTo>
                  <a:pt x="460559" y="765810"/>
                </a:lnTo>
                <a:lnTo>
                  <a:pt x="351832" y="773430"/>
                </a:lnTo>
                <a:lnTo>
                  <a:pt x="311946" y="778510"/>
                </a:lnTo>
                <a:lnTo>
                  <a:pt x="288798" y="779780"/>
                </a:lnTo>
                <a:lnTo>
                  <a:pt x="252012" y="795020"/>
                </a:lnTo>
                <a:lnTo>
                  <a:pt x="214056" y="817880"/>
                </a:lnTo>
                <a:lnTo>
                  <a:pt x="175514" y="842010"/>
                </a:lnTo>
                <a:lnTo>
                  <a:pt x="136971" y="861060"/>
                </a:lnTo>
                <a:lnTo>
                  <a:pt x="99015" y="868680"/>
                </a:lnTo>
                <a:lnTo>
                  <a:pt x="9967722" y="868680"/>
                </a:lnTo>
                <a:lnTo>
                  <a:pt x="9967722" y="770890"/>
                </a:lnTo>
                <a:lnTo>
                  <a:pt x="616331" y="770890"/>
                </a:lnTo>
                <a:lnTo>
                  <a:pt x="572468" y="764540"/>
                </a:lnTo>
                <a:lnTo>
                  <a:pt x="518773" y="763270"/>
                </a:lnTo>
                <a:close/>
              </a:path>
              <a:path extrusionOk="0" h="886459" w="9968230">
                <a:moveTo>
                  <a:pt x="683387" y="713740"/>
                </a:moveTo>
                <a:lnTo>
                  <a:pt x="688232" y="737870"/>
                </a:lnTo>
                <a:lnTo>
                  <a:pt x="666337" y="749300"/>
                </a:lnTo>
                <a:lnTo>
                  <a:pt x="636202" y="756920"/>
                </a:lnTo>
                <a:lnTo>
                  <a:pt x="616331" y="770890"/>
                </a:lnTo>
                <a:lnTo>
                  <a:pt x="9967722" y="770890"/>
                </a:lnTo>
                <a:lnTo>
                  <a:pt x="9967722" y="715010"/>
                </a:lnTo>
                <a:lnTo>
                  <a:pt x="715744" y="715010"/>
                </a:lnTo>
                <a:lnTo>
                  <a:pt x="683387" y="713740"/>
                </a:lnTo>
                <a:close/>
              </a:path>
              <a:path extrusionOk="0" h="886459" w="9968230">
                <a:moveTo>
                  <a:pt x="816483" y="685800"/>
                </a:moveTo>
                <a:lnTo>
                  <a:pt x="808416" y="689610"/>
                </a:lnTo>
                <a:lnTo>
                  <a:pt x="793099" y="692150"/>
                </a:lnTo>
                <a:lnTo>
                  <a:pt x="776138" y="694690"/>
                </a:lnTo>
                <a:lnTo>
                  <a:pt x="763143" y="695960"/>
                </a:lnTo>
                <a:lnTo>
                  <a:pt x="767218" y="709930"/>
                </a:lnTo>
                <a:lnTo>
                  <a:pt x="747553" y="715010"/>
                </a:lnTo>
                <a:lnTo>
                  <a:pt x="9967722" y="715010"/>
                </a:lnTo>
                <a:lnTo>
                  <a:pt x="9967722" y="713740"/>
                </a:lnTo>
                <a:lnTo>
                  <a:pt x="1133856" y="713740"/>
                </a:lnTo>
                <a:lnTo>
                  <a:pt x="1129481" y="708660"/>
                </a:lnTo>
                <a:lnTo>
                  <a:pt x="975614" y="708660"/>
                </a:lnTo>
                <a:lnTo>
                  <a:pt x="968375" y="693420"/>
                </a:lnTo>
                <a:lnTo>
                  <a:pt x="890778" y="693420"/>
                </a:lnTo>
                <a:lnTo>
                  <a:pt x="816483" y="685800"/>
                </a:lnTo>
                <a:close/>
              </a:path>
              <a:path extrusionOk="0" h="886459" w="9968230">
                <a:moveTo>
                  <a:pt x="1464183" y="668020"/>
                </a:moveTo>
                <a:lnTo>
                  <a:pt x="1432048" y="669290"/>
                </a:lnTo>
                <a:lnTo>
                  <a:pt x="1370933" y="676910"/>
                </a:lnTo>
                <a:lnTo>
                  <a:pt x="1309485" y="685800"/>
                </a:lnTo>
                <a:lnTo>
                  <a:pt x="1276350" y="689610"/>
                </a:lnTo>
                <a:lnTo>
                  <a:pt x="1133856" y="713740"/>
                </a:lnTo>
                <a:lnTo>
                  <a:pt x="9967722" y="713740"/>
                </a:lnTo>
                <a:lnTo>
                  <a:pt x="9967722" y="687070"/>
                </a:lnTo>
                <a:lnTo>
                  <a:pt x="1856739" y="687070"/>
                </a:lnTo>
                <a:lnTo>
                  <a:pt x="1846868" y="681990"/>
                </a:lnTo>
                <a:lnTo>
                  <a:pt x="1564483" y="681990"/>
                </a:lnTo>
                <a:lnTo>
                  <a:pt x="1538954" y="680720"/>
                </a:lnTo>
                <a:lnTo>
                  <a:pt x="1464183" y="668020"/>
                </a:lnTo>
                <a:close/>
              </a:path>
              <a:path extrusionOk="0" h="886459" w="9968230">
                <a:moveTo>
                  <a:pt x="1062355" y="689610"/>
                </a:moveTo>
                <a:lnTo>
                  <a:pt x="1033526" y="689610"/>
                </a:lnTo>
                <a:lnTo>
                  <a:pt x="975614" y="708660"/>
                </a:lnTo>
                <a:lnTo>
                  <a:pt x="1129481" y="708660"/>
                </a:lnTo>
                <a:lnTo>
                  <a:pt x="1118545" y="695960"/>
                </a:lnTo>
                <a:lnTo>
                  <a:pt x="1080845" y="695960"/>
                </a:lnTo>
                <a:lnTo>
                  <a:pt x="1072769" y="694690"/>
                </a:lnTo>
                <a:lnTo>
                  <a:pt x="1062355" y="689610"/>
                </a:lnTo>
                <a:close/>
              </a:path>
              <a:path extrusionOk="0" h="886459" w="9968230">
                <a:moveTo>
                  <a:pt x="1114171" y="690880"/>
                </a:moveTo>
                <a:lnTo>
                  <a:pt x="1101236" y="694690"/>
                </a:lnTo>
                <a:lnTo>
                  <a:pt x="1090231" y="695960"/>
                </a:lnTo>
                <a:lnTo>
                  <a:pt x="1118545" y="695960"/>
                </a:lnTo>
                <a:lnTo>
                  <a:pt x="1114171" y="690880"/>
                </a:lnTo>
                <a:close/>
              </a:path>
              <a:path extrusionOk="0" h="886459" w="9968230">
                <a:moveTo>
                  <a:pt x="965962" y="688340"/>
                </a:moveTo>
                <a:lnTo>
                  <a:pt x="890778" y="693420"/>
                </a:lnTo>
                <a:lnTo>
                  <a:pt x="968375" y="693420"/>
                </a:lnTo>
                <a:lnTo>
                  <a:pt x="965962" y="688340"/>
                </a:lnTo>
                <a:close/>
              </a:path>
              <a:path extrusionOk="0" h="886459" w="9968230">
                <a:moveTo>
                  <a:pt x="1913374" y="657860"/>
                </a:moveTo>
                <a:lnTo>
                  <a:pt x="1878669" y="659130"/>
                </a:lnTo>
                <a:lnTo>
                  <a:pt x="1857903" y="668020"/>
                </a:lnTo>
                <a:lnTo>
                  <a:pt x="1856817" y="685800"/>
                </a:lnTo>
                <a:lnTo>
                  <a:pt x="1856739" y="687070"/>
                </a:lnTo>
                <a:lnTo>
                  <a:pt x="9967722" y="687070"/>
                </a:lnTo>
                <a:lnTo>
                  <a:pt x="9967722" y="660400"/>
                </a:lnTo>
                <a:lnTo>
                  <a:pt x="2001950" y="660400"/>
                </a:lnTo>
                <a:lnTo>
                  <a:pt x="1913374" y="657860"/>
                </a:lnTo>
                <a:close/>
              </a:path>
              <a:path extrusionOk="0" h="886459" w="9968230">
                <a:moveTo>
                  <a:pt x="1770123" y="661670"/>
                </a:moveTo>
                <a:lnTo>
                  <a:pt x="1722670" y="665480"/>
                </a:lnTo>
                <a:lnTo>
                  <a:pt x="1682215" y="670560"/>
                </a:lnTo>
                <a:lnTo>
                  <a:pt x="1656080" y="670560"/>
                </a:lnTo>
                <a:lnTo>
                  <a:pt x="1599241" y="679450"/>
                </a:lnTo>
                <a:lnTo>
                  <a:pt x="1564483" y="681990"/>
                </a:lnTo>
                <a:lnTo>
                  <a:pt x="1846868" y="681990"/>
                </a:lnTo>
                <a:lnTo>
                  <a:pt x="1817254" y="666750"/>
                </a:lnTo>
                <a:lnTo>
                  <a:pt x="1770123" y="661670"/>
                </a:lnTo>
                <a:close/>
              </a:path>
              <a:path extrusionOk="0" h="886459" w="9968230">
                <a:moveTo>
                  <a:pt x="2236597" y="614680"/>
                </a:moveTo>
                <a:lnTo>
                  <a:pt x="2235142" y="626110"/>
                </a:lnTo>
                <a:lnTo>
                  <a:pt x="2196385" y="632460"/>
                </a:lnTo>
                <a:lnTo>
                  <a:pt x="2143031" y="636270"/>
                </a:lnTo>
                <a:lnTo>
                  <a:pt x="2097786" y="637540"/>
                </a:lnTo>
                <a:lnTo>
                  <a:pt x="2078328" y="652780"/>
                </a:lnTo>
                <a:lnTo>
                  <a:pt x="2044495" y="659130"/>
                </a:lnTo>
                <a:lnTo>
                  <a:pt x="2001950" y="660400"/>
                </a:lnTo>
                <a:lnTo>
                  <a:pt x="9967722" y="660400"/>
                </a:lnTo>
                <a:lnTo>
                  <a:pt x="9967722" y="621030"/>
                </a:lnTo>
                <a:lnTo>
                  <a:pt x="2292879" y="621030"/>
                </a:lnTo>
                <a:lnTo>
                  <a:pt x="2236597" y="614680"/>
                </a:lnTo>
                <a:close/>
              </a:path>
              <a:path extrusionOk="0" h="886459" w="9968230">
                <a:moveTo>
                  <a:pt x="2604801" y="546100"/>
                </a:moveTo>
                <a:lnTo>
                  <a:pt x="2587089" y="548640"/>
                </a:lnTo>
                <a:lnTo>
                  <a:pt x="2556256" y="574040"/>
                </a:lnTo>
                <a:lnTo>
                  <a:pt x="2497780" y="576580"/>
                </a:lnTo>
                <a:lnTo>
                  <a:pt x="2451384" y="585470"/>
                </a:lnTo>
                <a:lnTo>
                  <a:pt x="2412381" y="598170"/>
                </a:lnTo>
                <a:lnTo>
                  <a:pt x="2376086" y="609600"/>
                </a:lnTo>
                <a:lnTo>
                  <a:pt x="2337814" y="618490"/>
                </a:lnTo>
                <a:lnTo>
                  <a:pt x="2292879" y="621030"/>
                </a:lnTo>
                <a:lnTo>
                  <a:pt x="9967722" y="621030"/>
                </a:lnTo>
                <a:lnTo>
                  <a:pt x="9967722" y="561340"/>
                </a:lnTo>
                <a:lnTo>
                  <a:pt x="2682011" y="561340"/>
                </a:lnTo>
                <a:lnTo>
                  <a:pt x="2672387" y="551180"/>
                </a:lnTo>
                <a:lnTo>
                  <a:pt x="2626371" y="551180"/>
                </a:lnTo>
                <a:lnTo>
                  <a:pt x="2604801" y="546100"/>
                </a:lnTo>
                <a:close/>
              </a:path>
              <a:path extrusionOk="0" h="886459" w="9968230">
                <a:moveTo>
                  <a:pt x="2754485" y="543560"/>
                </a:moveTo>
                <a:lnTo>
                  <a:pt x="2715498" y="552450"/>
                </a:lnTo>
                <a:lnTo>
                  <a:pt x="2682011" y="561340"/>
                </a:lnTo>
                <a:lnTo>
                  <a:pt x="9967722" y="561340"/>
                </a:lnTo>
                <a:lnTo>
                  <a:pt x="9967722" y="558800"/>
                </a:lnTo>
                <a:lnTo>
                  <a:pt x="2784221" y="558800"/>
                </a:lnTo>
                <a:lnTo>
                  <a:pt x="2754485" y="543560"/>
                </a:lnTo>
                <a:close/>
              </a:path>
              <a:path extrusionOk="0" h="886459" w="9968230">
                <a:moveTo>
                  <a:pt x="2954782" y="496570"/>
                </a:moveTo>
                <a:lnTo>
                  <a:pt x="2912383" y="500380"/>
                </a:lnTo>
                <a:lnTo>
                  <a:pt x="2900172" y="504190"/>
                </a:lnTo>
                <a:lnTo>
                  <a:pt x="2860040" y="519430"/>
                </a:lnTo>
                <a:lnTo>
                  <a:pt x="2856738" y="532130"/>
                </a:lnTo>
                <a:lnTo>
                  <a:pt x="2827782" y="537210"/>
                </a:lnTo>
                <a:lnTo>
                  <a:pt x="2821559" y="541020"/>
                </a:lnTo>
                <a:lnTo>
                  <a:pt x="2803413" y="551180"/>
                </a:lnTo>
                <a:lnTo>
                  <a:pt x="2794001" y="554990"/>
                </a:lnTo>
                <a:lnTo>
                  <a:pt x="2784221" y="558800"/>
                </a:lnTo>
                <a:lnTo>
                  <a:pt x="9967722" y="558800"/>
                </a:lnTo>
                <a:lnTo>
                  <a:pt x="9967722" y="499110"/>
                </a:lnTo>
                <a:lnTo>
                  <a:pt x="2994539" y="499110"/>
                </a:lnTo>
                <a:lnTo>
                  <a:pt x="2954782" y="496570"/>
                </a:lnTo>
                <a:close/>
              </a:path>
              <a:path extrusionOk="0" h="886459" w="9968230">
                <a:moveTo>
                  <a:pt x="2668778" y="547370"/>
                </a:moveTo>
                <a:lnTo>
                  <a:pt x="2626371" y="551180"/>
                </a:lnTo>
                <a:lnTo>
                  <a:pt x="2672387" y="551180"/>
                </a:lnTo>
                <a:lnTo>
                  <a:pt x="2668778" y="547370"/>
                </a:lnTo>
                <a:close/>
              </a:path>
              <a:path extrusionOk="0" h="886459" w="9968230">
                <a:moveTo>
                  <a:pt x="3171702" y="468630"/>
                </a:moveTo>
                <a:lnTo>
                  <a:pt x="3125121" y="473710"/>
                </a:lnTo>
                <a:lnTo>
                  <a:pt x="3079924" y="482600"/>
                </a:lnTo>
                <a:lnTo>
                  <a:pt x="3036325" y="494030"/>
                </a:lnTo>
                <a:lnTo>
                  <a:pt x="2994539" y="499110"/>
                </a:lnTo>
                <a:lnTo>
                  <a:pt x="9967722" y="499110"/>
                </a:lnTo>
                <a:lnTo>
                  <a:pt x="9967722" y="476250"/>
                </a:lnTo>
                <a:lnTo>
                  <a:pt x="3256008" y="476250"/>
                </a:lnTo>
                <a:lnTo>
                  <a:pt x="3219450" y="474980"/>
                </a:lnTo>
                <a:lnTo>
                  <a:pt x="3171702" y="468630"/>
                </a:lnTo>
                <a:close/>
              </a:path>
              <a:path extrusionOk="0" h="886459" w="9968230">
                <a:moveTo>
                  <a:pt x="3508502" y="417830"/>
                </a:moveTo>
                <a:lnTo>
                  <a:pt x="3504140" y="426720"/>
                </a:lnTo>
                <a:lnTo>
                  <a:pt x="3479323" y="427990"/>
                </a:lnTo>
                <a:lnTo>
                  <a:pt x="3449316" y="427990"/>
                </a:lnTo>
                <a:lnTo>
                  <a:pt x="3429381" y="436880"/>
                </a:lnTo>
                <a:lnTo>
                  <a:pt x="3420778" y="445770"/>
                </a:lnTo>
                <a:lnTo>
                  <a:pt x="3407330" y="449580"/>
                </a:lnTo>
                <a:lnTo>
                  <a:pt x="3374898" y="454660"/>
                </a:lnTo>
                <a:lnTo>
                  <a:pt x="3348269" y="464820"/>
                </a:lnTo>
                <a:lnTo>
                  <a:pt x="3303793" y="472440"/>
                </a:lnTo>
                <a:lnTo>
                  <a:pt x="3256008" y="476250"/>
                </a:lnTo>
                <a:lnTo>
                  <a:pt x="9967722" y="476250"/>
                </a:lnTo>
                <a:lnTo>
                  <a:pt x="9967722" y="420370"/>
                </a:lnTo>
                <a:lnTo>
                  <a:pt x="3547721" y="420370"/>
                </a:lnTo>
                <a:lnTo>
                  <a:pt x="3508502" y="417830"/>
                </a:lnTo>
                <a:close/>
              </a:path>
              <a:path extrusionOk="0" h="886459" w="9968230">
                <a:moveTo>
                  <a:pt x="3644519" y="377190"/>
                </a:moveTo>
                <a:lnTo>
                  <a:pt x="3613015" y="391160"/>
                </a:lnTo>
                <a:lnTo>
                  <a:pt x="3581654" y="408940"/>
                </a:lnTo>
                <a:lnTo>
                  <a:pt x="3547721" y="420370"/>
                </a:lnTo>
                <a:lnTo>
                  <a:pt x="9967722" y="420370"/>
                </a:lnTo>
                <a:lnTo>
                  <a:pt x="9967722" y="379730"/>
                </a:lnTo>
                <a:lnTo>
                  <a:pt x="3679638" y="379730"/>
                </a:lnTo>
                <a:lnTo>
                  <a:pt x="3644519" y="377190"/>
                </a:lnTo>
                <a:close/>
              </a:path>
              <a:path extrusionOk="0" h="886459" w="9968230">
                <a:moveTo>
                  <a:pt x="3833622" y="336550"/>
                </a:moveTo>
                <a:lnTo>
                  <a:pt x="3769356" y="350520"/>
                </a:lnTo>
                <a:lnTo>
                  <a:pt x="3719639" y="368300"/>
                </a:lnTo>
                <a:lnTo>
                  <a:pt x="3679638" y="379730"/>
                </a:lnTo>
                <a:lnTo>
                  <a:pt x="9967722" y="379730"/>
                </a:lnTo>
                <a:lnTo>
                  <a:pt x="9967722" y="358140"/>
                </a:lnTo>
                <a:lnTo>
                  <a:pt x="3927729" y="358140"/>
                </a:lnTo>
                <a:lnTo>
                  <a:pt x="3881431" y="346710"/>
                </a:lnTo>
                <a:lnTo>
                  <a:pt x="3865197" y="345440"/>
                </a:lnTo>
                <a:lnTo>
                  <a:pt x="3856702" y="345440"/>
                </a:lnTo>
                <a:lnTo>
                  <a:pt x="3833622" y="336550"/>
                </a:lnTo>
                <a:close/>
              </a:path>
              <a:path extrusionOk="0" h="886459" w="9968230">
                <a:moveTo>
                  <a:pt x="4078037" y="330200"/>
                </a:moveTo>
                <a:lnTo>
                  <a:pt x="4061269" y="335280"/>
                </a:lnTo>
                <a:lnTo>
                  <a:pt x="4045168" y="342900"/>
                </a:lnTo>
                <a:lnTo>
                  <a:pt x="4026281" y="347980"/>
                </a:lnTo>
                <a:lnTo>
                  <a:pt x="3999130" y="351790"/>
                </a:lnTo>
                <a:lnTo>
                  <a:pt x="3967099" y="353060"/>
                </a:lnTo>
                <a:lnTo>
                  <a:pt x="3940020" y="355600"/>
                </a:lnTo>
                <a:lnTo>
                  <a:pt x="3927729" y="358140"/>
                </a:lnTo>
                <a:lnTo>
                  <a:pt x="9967722" y="358140"/>
                </a:lnTo>
                <a:lnTo>
                  <a:pt x="9967722" y="353060"/>
                </a:lnTo>
                <a:lnTo>
                  <a:pt x="4269445" y="353060"/>
                </a:lnTo>
                <a:lnTo>
                  <a:pt x="4215344" y="350520"/>
                </a:lnTo>
                <a:lnTo>
                  <a:pt x="4158653" y="342900"/>
                </a:lnTo>
                <a:lnTo>
                  <a:pt x="4098925" y="332740"/>
                </a:lnTo>
                <a:lnTo>
                  <a:pt x="4078037" y="330200"/>
                </a:lnTo>
                <a:close/>
              </a:path>
              <a:path extrusionOk="0" h="886459" w="9968230">
                <a:moveTo>
                  <a:pt x="4699105" y="307340"/>
                </a:moveTo>
                <a:lnTo>
                  <a:pt x="4673584" y="311150"/>
                </a:lnTo>
                <a:lnTo>
                  <a:pt x="4652992" y="318770"/>
                </a:lnTo>
                <a:lnTo>
                  <a:pt x="4640580" y="331470"/>
                </a:lnTo>
                <a:lnTo>
                  <a:pt x="4594267" y="331470"/>
                </a:lnTo>
                <a:lnTo>
                  <a:pt x="4569676" y="332740"/>
                </a:lnTo>
                <a:lnTo>
                  <a:pt x="4541726" y="340360"/>
                </a:lnTo>
                <a:lnTo>
                  <a:pt x="4516405" y="345440"/>
                </a:lnTo>
                <a:lnTo>
                  <a:pt x="4468876" y="349250"/>
                </a:lnTo>
                <a:lnTo>
                  <a:pt x="4321402" y="353060"/>
                </a:lnTo>
                <a:lnTo>
                  <a:pt x="9967722" y="353060"/>
                </a:lnTo>
                <a:lnTo>
                  <a:pt x="9967722" y="308610"/>
                </a:lnTo>
                <a:lnTo>
                  <a:pt x="4726305" y="308610"/>
                </a:lnTo>
                <a:lnTo>
                  <a:pt x="4699105" y="307340"/>
                </a:lnTo>
                <a:close/>
              </a:path>
              <a:path extrusionOk="0" h="886459" w="9968230">
                <a:moveTo>
                  <a:pt x="4796742" y="275590"/>
                </a:moveTo>
                <a:lnTo>
                  <a:pt x="4776755" y="285750"/>
                </a:lnTo>
                <a:lnTo>
                  <a:pt x="4758721" y="299720"/>
                </a:lnTo>
                <a:lnTo>
                  <a:pt x="4726305" y="308610"/>
                </a:lnTo>
                <a:lnTo>
                  <a:pt x="9967722" y="308610"/>
                </a:lnTo>
                <a:lnTo>
                  <a:pt x="9967722" y="280670"/>
                </a:lnTo>
                <a:lnTo>
                  <a:pt x="4835017" y="280670"/>
                </a:lnTo>
                <a:lnTo>
                  <a:pt x="4796742" y="275590"/>
                </a:lnTo>
                <a:close/>
              </a:path>
              <a:path extrusionOk="0" h="886459" w="9968230">
                <a:moveTo>
                  <a:pt x="5017262" y="226060"/>
                </a:moveTo>
                <a:lnTo>
                  <a:pt x="4995164" y="226060"/>
                </a:lnTo>
                <a:lnTo>
                  <a:pt x="4977892" y="232410"/>
                </a:lnTo>
                <a:lnTo>
                  <a:pt x="4971049" y="232410"/>
                </a:lnTo>
                <a:lnTo>
                  <a:pt x="4962683" y="233680"/>
                </a:lnTo>
                <a:lnTo>
                  <a:pt x="4953317" y="234950"/>
                </a:lnTo>
                <a:lnTo>
                  <a:pt x="4943475" y="237490"/>
                </a:lnTo>
                <a:lnTo>
                  <a:pt x="4911090" y="242570"/>
                </a:lnTo>
                <a:lnTo>
                  <a:pt x="4913757" y="245110"/>
                </a:lnTo>
                <a:lnTo>
                  <a:pt x="4899203" y="254000"/>
                </a:lnTo>
                <a:lnTo>
                  <a:pt x="4868005" y="261620"/>
                </a:lnTo>
                <a:lnTo>
                  <a:pt x="4839997" y="269240"/>
                </a:lnTo>
                <a:lnTo>
                  <a:pt x="4835017" y="280670"/>
                </a:lnTo>
                <a:lnTo>
                  <a:pt x="9967722" y="280670"/>
                </a:lnTo>
                <a:lnTo>
                  <a:pt x="9967722" y="261620"/>
                </a:lnTo>
                <a:lnTo>
                  <a:pt x="5501640" y="261620"/>
                </a:lnTo>
                <a:lnTo>
                  <a:pt x="5432980" y="259080"/>
                </a:lnTo>
                <a:lnTo>
                  <a:pt x="5408739" y="255270"/>
                </a:lnTo>
                <a:lnTo>
                  <a:pt x="5299964" y="255270"/>
                </a:lnTo>
                <a:lnTo>
                  <a:pt x="5296107" y="254000"/>
                </a:lnTo>
                <a:lnTo>
                  <a:pt x="5112527" y="254000"/>
                </a:lnTo>
                <a:lnTo>
                  <a:pt x="5101907" y="248920"/>
                </a:lnTo>
                <a:lnTo>
                  <a:pt x="5085476" y="240030"/>
                </a:lnTo>
                <a:lnTo>
                  <a:pt x="5025866" y="240030"/>
                </a:lnTo>
                <a:lnTo>
                  <a:pt x="5017480" y="237490"/>
                </a:lnTo>
                <a:lnTo>
                  <a:pt x="5015738" y="233680"/>
                </a:lnTo>
                <a:lnTo>
                  <a:pt x="5017262" y="226060"/>
                </a:lnTo>
                <a:close/>
              </a:path>
              <a:path extrusionOk="0" h="886459" w="9968230">
                <a:moveTo>
                  <a:pt x="5524164" y="251460"/>
                </a:moveTo>
                <a:lnTo>
                  <a:pt x="5501640" y="261620"/>
                </a:lnTo>
                <a:lnTo>
                  <a:pt x="9967722" y="261620"/>
                </a:lnTo>
                <a:lnTo>
                  <a:pt x="9967722" y="256540"/>
                </a:lnTo>
                <a:lnTo>
                  <a:pt x="7958582" y="256540"/>
                </a:lnTo>
                <a:lnTo>
                  <a:pt x="7957760" y="255270"/>
                </a:lnTo>
                <a:lnTo>
                  <a:pt x="5568309" y="255270"/>
                </a:lnTo>
                <a:lnTo>
                  <a:pt x="5542772" y="254000"/>
                </a:lnTo>
                <a:lnTo>
                  <a:pt x="5524164" y="251460"/>
                </a:lnTo>
                <a:close/>
              </a:path>
              <a:path extrusionOk="0" h="886459" w="9968230">
                <a:moveTo>
                  <a:pt x="7998336" y="245110"/>
                </a:moveTo>
                <a:lnTo>
                  <a:pt x="7985347" y="247650"/>
                </a:lnTo>
                <a:lnTo>
                  <a:pt x="7970785" y="252730"/>
                </a:lnTo>
                <a:lnTo>
                  <a:pt x="7958582" y="256540"/>
                </a:lnTo>
                <a:lnTo>
                  <a:pt x="9967722" y="256540"/>
                </a:lnTo>
                <a:lnTo>
                  <a:pt x="9967722" y="250190"/>
                </a:lnTo>
                <a:lnTo>
                  <a:pt x="8005826" y="250190"/>
                </a:lnTo>
                <a:lnTo>
                  <a:pt x="7998336" y="245110"/>
                </a:lnTo>
                <a:close/>
              </a:path>
              <a:path extrusionOk="0" h="886459" w="9968230">
                <a:moveTo>
                  <a:pt x="5332047" y="246380"/>
                </a:moveTo>
                <a:lnTo>
                  <a:pt x="5299964" y="255270"/>
                </a:lnTo>
                <a:lnTo>
                  <a:pt x="5408739" y="255270"/>
                </a:lnTo>
                <a:lnTo>
                  <a:pt x="5376418" y="250190"/>
                </a:lnTo>
                <a:lnTo>
                  <a:pt x="5332047" y="246380"/>
                </a:lnTo>
                <a:close/>
              </a:path>
              <a:path extrusionOk="0" h="886459" w="9968230">
                <a:moveTo>
                  <a:pt x="5701623" y="227330"/>
                </a:moveTo>
                <a:lnTo>
                  <a:pt x="5683250" y="227330"/>
                </a:lnTo>
                <a:lnTo>
                  <a:pt x="5662378" y="231140"/>
                </a:lnTo>
                <a:lnTo>
                  <a:pt x="5639816" y="234950"/>
                </a:lnTo>
                <a:lnTo>
                  <a:pt x="5621063" y="238760"/>
                </a:lnTo>
                <a:lnTo>
                  <a:pt x="5611622" y="238760"/>
                </a:lnTo>
                <a:lnTo>
                  <a:pt x="5568309" y="255270"/>
                </a:lnTo>
                <a:lnTo>
                  <a:pt x="7957760" y="255270"/>
                </a:lnTo>
                <a:lnTo>
                  <a:pt x="7956938" y="254000"/>
                </a:lnTo>
                <a:lnTo>
                  <a:pt x="7870542" y="254000"/>
                </a:lnTo>
                <a:lnTo>
                  <a:pt x="7834544" y="252730"/>
                </a:lnTo>
                <a:lnTo>
                  <a:pt x="7811578" y="248920"/>
                </a:lnTo>
                <a:lnTo>
                  <a:pt x="7798067" y="243840"/>
                </a:lnTo>
                <a:lnTo>
                  <a:pt x="7793487" y="240030"/>
                </a:lnTo>
                <a:lnTo>
                  <a:pt x="7715250" y="240030"/>
                </a:lnTo>
                <a:lnTo>
                  <a:pt x="7669320" y="236220"/>
                </a:lnTo>
                <a:lnTo>
                  <a:pt x="7613579" y="232410"/>
                </a:lnTo>
                <a:lnTo>
                  <a:pt x="7523708" y="228600"/>
                </a:lnTo>
                <a:lnTo>
                  <a:pt x="5720127" y="228600"/>
                </a:lnTo>
                <a:lnTo>
                  <a:pt x="5701623" y="227330"/>
                </a:lnTo>
                <a:close/>
              </a:path>
              <a:path extrusionOk="0" h="886459" w="9968230">
                <a:moveTo>
                  <a:pt x="5128387" y="232410"/>
                </a:moveTo>
                <a:lnTo>
                  <a:pt x="5124196" y="241300"/>
                </a:lnTo>
                <a:lnTo>
                  <a:pt x="5112527" y="254000"/>
                </a:lnTo>
                <a:lnTo>
                  <a:pt x="5296107" y="254000"/>
                </a:lnTo>
                <a:lnTo>
                  <a:pt x="5272968" y="246380"/>
                </a:lnTo>
                <a:lnTo>
                  <a:pt x="5262623" y="238760"/>
                </a:lnTo>
                <a:lnTo>
                  <a:pt x="5217033" y="238760"/>
                </a:lnTo>
                <a:lnTo>
                  <a:pt x="5207629" y="236220"/>
                </a:lnTo>
                <a:lnTo>
                  <a:pt x="5185997" y="234950"/>
                </a:lnTo>
                <a:lnTo>
                  <a:pt x="5150104" y="234950"/>
                </a:lnTo>
                <a:lnTo>
                  <a:pt x="5128387" y="232410"/>
                </a:lnTo>
                <a:close/>
              </a:path>
              <a:path extrusionOk="0" h="886459" w="9968230">
                <a:moveTo>
                  <a:pt x="7945628" y="247650"/>
                </a:moveTo>
                <a:lnTo>
                  <a:pt x="7933578" y="247650"/>
                </a:lnTo>
                <a:lnTo>
                  <a:pt x="7923149" y="250190"/>
                </a:lnTo>
                <a:lnTo>
                  <a:pt x="7870542" y="254000"/>
                </a:lnTo>
                <a:lnTo>
                  <a:pt x="7956938" y="254000"/>
                </a:lnTo>
                <a:lnTo>
                  <a:pt x="7955295" y="251460"/>
                </a:lnTo>
                <a:lnTo>
                  <a:pt x="7945628" y="247650"/>
                </a:lnTo>
                <a:close/>
              </a:path>
              <a:path extrusionOk="0" h="886459" w="9968230">
                <a:moveTo>
                  <a:pt x="8195056" y="220980"/>
                </a:moveTo>
                <a:lnTo>
                  <a:pt x="8150647" y="233680"/>
                </a:lnTo>
                <a:lnTo>
                  <a:pt x="8103917" y="242570"/>
                </a:lnTo>
                <a:lnTo>
                  <a:pt x="8055449" y="247650"/>
                </a:lnTo>
                <a:lnTo>
                  <a:pt x="8005826" y="250190"/>
                </a:lnTo>
                <a:lnTo>
                  <a:pt x="9967722" y="250190"/>
                </a:lnTo>
                <a:lnTo>
                  <a:pt x="9967722" y="224790"/>
                </a:lnTo>
                <a:lnTo>
                  <a:pt x="8256109" y="224790"/>
                </a:lnTo>
                <a:lnTo>
                  <a:pt x="8195056" y="220980"/>
                </a:lnTo>
                <a:close/>
              </a:path>
              <a:path extrusionOk="0" h="886459" w="9968230">
                <a:moveTo>
                  <a:pt x="4908296" y="240030"/>
                </a:moveTo>
                <a:lnTo>
                  <a:pt x="4909185" y="242570"/>
                </a:lnTo>
                <a:lnTo>
                  <a:pt x="4911090" y="242570"/>
                </a:lnTo>
                <a:lnTo>
                  <a:pt x="4908296" y="240030"/>
                </a:lnTo>
                <a:close/>
              </a:path>
              <a:path extrusionOk="0" h="886459" w="9968230">
                <a:moveTo>
                  <a:pt x="4909283" y="236502"/>
                </a:moveTo>
                <a:lnTo>
                  <a:pt x="4907026" y="238760"/>
                </a:lnTo>
                <a:lnTo>
                  <a:pt x="4908296" y="240030"/>
                </a:lnTo>
                <a:lnTo>
                  <a:pt x="4908042" y="238760"/>
                </a:lnTo>
                <a:lnTo>
                  <a:pt x="4909283" y="236502"/>
                </a:lnTo>
                <a:close/>
              </a:path>
              <a:path extrusionOk="0" h="886459" w="9968230">
                <a:moveTo>
                  <a:pt x="5056378" y="238760"/>
                </a:moveTo>
                <a:lnTo>
                  <a:pt x="5039348" y="240030"/>
                </a:lnTo>
                <a:lnTo>
                  <a:pt x="5085476" y="240030"/>
                </a:lnTo>
                <a:lnTo>
                  <a:pt x="5056378" y="238760"/>
                </a:lnTo>
                <a:close/>
              </a:path>
              <a:path extrusionOk="0" h="886459" w="9968230">
                <a:moveTo>
                  <a:pt x="7767034" y="227330"/>
                </a:moveTo>
                <a:lnTo>
                  <a:pt x="7747145" y="231140"/>
                </a:lnTo>
                <a:lnTo>
                  <a:pt x="7715250" y="240030"/>
                </a:lnTo>
                <a:lnTo>
                  <a:pt x="7793487" y="240030"/>
                </a:lnTo>
                <a:lnTo>
                  <a:pt x="7790434" y="237490"/>
                </a:lnTo>
                <a:lnTo>
                  <a:pt x="7785102" y="232410"/>
                </a:lnTo>
                <a:lnTo>
                  <a:pt x="7778494" y="228600"/>
                </a:lnTo>
                <a:lnTo>
                  <a:pt x="7767034" y="227330"/>
                </a:lnTo>
                <a:close/>
              </a:path>
              <a:path extrusionOk="0" h="886459" w="9968230">
                <a:moveTo>
                  <a:pt x="5242456" y="229870"/>
                </a:moveTo>
                <a:lnTo>
                  <a:pt x="5217033" y="238760"/>
                </a:lnTo>
                <a:lnTo>
                  <a:pt x="5262623" y="238760"/>
                </a:lnTo>
                <a:lnTo>
                  <a:pt x="5257450" y="234950"/>
                </a:lnTo>
                <a:lnTo>
                  <a:pt x="5242456" y="229870"/>
                </a:lnTo>
                <a:close/>
              </a:path>
              <a:path extrusionOk="0" h="886459" w="9968230">
                <a:moveTo>
                  <a:pt x="6143435" y="140970"/>
                </a:moveTo>
                <a:lnTo>
                  <a:pt x="6101715" y="143510"/>
                </a:lnTo>
                <a:lnTo>
                  <a:pt x="6007351" y="156210"/>
                </a:lnTo>
                <a:lnTo>
                  <a:pt x="5958770" y="163830"/>
                </a:lnTo>
                <a:lnTo>
                  <a:pt x="5909379" y="172720"/>
                </a:lnTo>
                <a:lnTo>
                  <a:pt x="5859274" y="185420"/>
                </a:lnTo>
                <a:lnTo>
                  <a:pt x="5808547" y="200660"/>
                </a:lnTo>
                <a:lnTo>
                  <a:pt x="5757291" y="220980"/>
                </a:lnTo>
                <a:lnTo>
                  <a:pt x="5738703" y="228600"/>
                </a:lnTo>
                <a:lnTo>
                  <a:pt x="7523708" y="228600"/>
                </a:lnTo>
                <a:lnTo>
                  <a:pt x="7440938" y="224790"/>
                </a:lnTo>
                <a:lnTo>
                  <a:pt x="7399401" y="219710"/>
                </a:lnTo>
                <a:lnTo>
                  <a:pt x="7365581" y="209550"/>
                </a:lnTo>
                <a:lnTo>
                  <a:pt x="7352585" y="196850"/>
                </a:lnTo>
                <a:lnTo>
                  <a:pt x="7339947" y="185420"/>
                </a:lnTo>
                <a:lnTo>
                  <a:pt x="7323573" y="181610"/>
                </a:lnTo>
                <a:lnTo>
                  <a:pt x="6605865" y="181610"/>
                </a:lnTo>
                <a:lnTo>
                  <a:pt x="6578473" y="175260"/>
                </a:lnTo>
                <a:lnTo>
                  <a:pt x="6573331" y="162560"/>
                </a:lnTo>
                <a:lnTo>
                  <a:pt x="6501802" y="157480"/>
                </a:lnTo>
                <a:lnTo>
                  <a:pt x="6453215" y="157480"/>
                </a:lnTo>
                <a:lnTo>
                  <a:pt x="6447199" y="156210"/>
                </a:lnTo>
                <a:lnTo>
                  <a:pt x="6215987" y="156210"/>
                </a:lnTo>
                <a:lnTo>
                  <a:pt x="6197389" y="154940"/>
                </a:lnTo>
                <a:lnTo>
                  <a:pt x="6168417" y="144780"/>
                </a:lnTo>
                <a:lnTo>
                  <a:pt x="6143435" y="140970"/>
                </a:lnTo>
                <a:close/>
              </a:path>
              <a:path extrusionOk="0" h="886459" w="9968230">
                <a:moveTo>
                  <a:pt x="8342376" y="184150"/>
                </a:moveTo>
                <a:lnTo>
                  <a:pt x="8321982" y="191770"/>
                </a:lnTo>
                <a:lnTo>
                  <a:pt x="8308313" y="205740"/>
                </a:lnTo>
                <a:lnTo>
                  <a:pt x="8290108" y="217170"/>
                </a:lnTo>
                <a:lnTo>
                  <a:pt x="8256109" y="224790"/>
                </a:lnTo>
                <a:lnTo>
                  <a:pt x="9967722" y="224790"/>
                </a:lnTo>
                <a:lnTo>
                  <a:pt x="9967722" y="204470"/>
                </a:lnTo>
                <a:lnTo>
                  <a:pt x="8687252" y="204470"/>
                </a:lnTo>
                <a:lnTo>
                  <a:pt x="8672667" y="198120"/>
                </a:lnTo>
                <a:lnTo>
                  <a:pt x="8532622" y="198120"/>
                </a:lnTo>
                <a:lnTo>
                  <a:pt x="8476732" y="194310"/>
                </a:lnTo>
                <a:lnTo>
                  <a:pt x="8392336" y="194310"/>
                </a:lnTo>
                <a:lnTo>
                  <a:pt x="8342376" y="184150"/>
                </a:lnTo>
                <a:close/>
              </a:path>
              <a:path extrusionOk="0" h="886459" w="9968230">
                <a:moveTo>
                  <a:pt x="8808339" y="166370"/>
                </a:moveTo>
                <a:lnTo>
                  <a:pt x="8764500" y="179070"/>
                </a:lnTo>
                <a:lnTo>
                  <a:pt x="8725376" y="196850"/>
                </a:lnTo>
                <a:lnTo>
                  <a:pt x="8687252" y="204470"/>
                </a:lnTo>
                <a:lnTo>
                  <a:pt x="9967722" y="204470"/>
                </a:lnTo>
                <a:lnTo>
                  <a:pt x="9967722" y="179070"/>
                </a:lnTo>
                <a:lnTo>
                  <a:pt x="9153223" y="179070"/>
                </a:lnTo>
                <a:lnTo>
                  <a:pt x="9141652" y="177800"/>
                </a:lnTo>
                <a:lnTo>
                  <a:pt x="9134825" y="175260"/>
                </a:lnTo>
                <a:lnTo>
                  <a:pt x="8946559" y="175260"/>
                </a:lnTo>
                <a:lnTo>
                  <a:pt x="8898281" y="172720"/>
                </a:lnTo>
                <a:lnTo>
                  <a:pt x="8850576" y="167640"/>
                </a:lnTo>
                <a:lnTo>
                  <a:pt x="8808339" y="166370"/>
                </a:lnTo>
                <a:close/>
              </a:path>
              <a:path extrusionOk="0" h="886459" w="9968230">
                <a:moveTo>
                  <a:pt x="8646414" y="186690"/>
                </a:moveTo>
                <a:lnTo>
                  <a:pt x="8617721" y="193040"/>
                </a:lnTo>
                <a:lnTo>
                  <a:pt x="8554241" y="195580"/>
                </a:lnTo>
                <a:lnTo>
                  <a:pt x="8532622" y="198120"/>
                </a:lnTo>
                <a:lnTo>
                  <a:pt x="8672667" y="198120"/>
                </a:lnTo>
                <a:lnTo>
                  <a:pt x="8646414" y="186690"/>
                </a:lnTo>
                <a:close/>
              </a:path>
              <a:path extrusionOk="0" h="886459" w="9968230">
                <a:moveTo>
                  <a:pt x="6649553" y="170180"/>
                </a:moveTo>
                <a:lnTo>
                  <a:pt x="6627780" y="175260"/>
                </a:lnTo>
                <a:lnTo>
                  <a:pt x="6605865" y="181610"/>
                </a:lnTo>
                <a:lnTo>
                  <a:pt x="7323573" y="181610"/>
                </a:lnTo>
                <a:lnTo>
                  <a:pt x="7307199" y="177800"/>
                </a:lnTo>
                <a:lnTo>
                  <a:pt x="7252974" y="175260"/>
                </a:lnTo>
                <a:lnTo>
                  <a:pt x="7240117" y="173990"/>
                </a:lnTo>
                <a:lnTo>
                  <a:pt x="6676517" y="173990"/>
                </a:lnTo>
                <a:lnTo>
                  <a:pt x="6649553" y="170180"/>
                </a:lnTo>
                <a:close/>
              </a:path>
              <a:path extrusionOk="0" h="886459" w="9968230">
                <a:moveTo>
                  <a:pt x="9460374" y="76200"/>
                </a:moveTo>
                <a:lnTo>
                  <a:pt x="9436354" y="88900"/>
                </a:lnTo>
                <a:lnTo>
                  <a:pt x="9428763" y="114300"/>
                </a:lnTo>
                <a:lnTo>
                  <a:pt x="9397880" y="124460"/>
                </a:lnTo>
                <a:lnTo>
                  <a:pt x="9353024" y="128270"/>
                </a:lnTo>
                <a:lnTo>
                  <a:pt x="9303518" y="130810"/>
                </a:lnTo>
                <a:lnTo>
                  <a:pt x="9258681" y="138430"/>
                </a:lnTo>
                <a:lnTo>
                  <a:pt x="9250602" y="151130"/>
                </a:lnTo>
                <a:lnTo>
                  <a:pt x="9224260" y="154940"/>
                </a:lnTo>
                <a:lnTo>
                  <a:pt x="9195468" y="154940"/>
                </a:lnTo>
                <a:lnTo>
                  <a:pt x="9180038" y="157480"/>
                </a:lnTo>
                <a:lnTo>
                  <a:pt x="9193784" y="167640"/>
                </a:lnTo>
                <a:lnTo>
                  <a:pt x="9168628" y="176530"/>
                </a:lnTo>
                <a:lnTo>
                  <a:pt x="9153223" y="179070"/>
                </a:lnTo>
                <a:lnTo>
                  <a:pt x="9967722" y="179070"/>
                </a:lnTo>
                <a:lnTo>
                  <a:pt x="9967722" y="82550"/>
                </a:lnTo>
                <a:lnTo>
                  <a:pt x="9528276" y="82550"/>
                </a:lnTo>
                <a:lnTo>
                  <a:pt x="9496123" y="80010"/>
                </a:lnTo>
                <a:lnTo>
                  <a:pt x="9460374" y="76200"/>
                </a:lnTo>
                <a:close/>
              </a:path>
              <a:path extrusionOk="0" h="886459" w="9968230">
                <a:moveTo>
                  <a:pt x="9025255" y="149860"/>
                </a:moveTo>
                <a:lnTo>
                  <a:pt x="8990515" y="170180"/>
                </a:lnTo>
                <a:lnTo>
                  <a:pt x="8946559" y="175260"/>
                </a:lnTo>
                <a:lnTo>
                  <a:pt x="9134825" y="175260"/>
                </a:lnTo>
                <a:lnTo>
                  <a:pt x="9127998" y="172720"/>
                </a:lnTo>
                <a:lnTo>
                  <a:pt x="9093531" y="171450"/>
                </a:lnTo>
                <a:lnTo>
                  <a:pt x="9067625" y="165100"/>
                </a:lnTo>
                <a:lnTo>
                  <a:pt x="9046219" y="156210"/>
                </a:lnTo>
                <a:lnTo>
                  <a:pt x="9025255" y="149860"/>
                </a:lnTo>
                <a:close/>
              </a:path>
              <a:path extrusionOk="0" h="886459" w="9968230">
                <a:moveTo>
                  <a:pt x="6824221" y="138430"/>
                </a:moveTo>
                <a:lnTo>
                  <a:pt x="6805961" y="139700"/>
                </a:lnTo>
                <a:lnTo>
                  <a:pt x="6786701" y="151130"/>
                </a:lnTo>
                <a:lnTo>
                  <a:pt x="6753606" y="158750"/>
                </a:lnTo>
                <a:lnTo>
                  <a:pt x="6727451" y="163830"/>
                </a:lnTo>
                <a:lnTo>
                  <a:pt x="6713632" y="168910"/>
                </a:lnTo>
                <a:lnTo>
                  <a:pt x="6700527" y="172720"/>
                </a:lnTo>
                <a:lnTo>
                  <a:pt x="6676517" y="173990"/>
                </a:lnTo>
                <a:lnTo>
                  <a:pt x="7240117" y="173990"/>
                </a:lnTo>
                <a:lnTo>
                  <a:pt x="7201547" y="170180"/>
                </a:lnTo>
                <a:lnTo>
                  <a:pt x="7168514" y="167640"/>
                </a:lnTo>
                <a:lnTo>
                  <a:pt x="7054850" y="167640"/>
                </a:lnTo>
                <a:lnTo>
                  <a:pt x="7051148" y="166370"/>
                </a:lnTo>
                <a:lnTo>
                  <a:pt x="6962775" y="166370"/>
                </a:lnTo>
                <a:lnTo>
                  <a:pt x="6926929" y="161290"/>
                </a:lnTo>
                <a:lnTo>
                  <a:pt x="6854317" y="161290"/>
                </a:lnTo>
                <a:lnTo>
                  <a:pt x="6824221" y="138430"/>
                </a:lnTo>
                <a:close/>
              </a:path>
              <a:path extrusionOk="0" h="886459" w="9968230">
                <a:moveTo>
                  <a:pt x="7103405" y="165100"/>
                </a:moveTo>
                <a:lnTo>
                  <a:pt x="7054850" y="167640"/>
                </a:lnTo>
                <a:lnTo>
                  <a:pt x="7168514" y="167640"/>
                </a:lnTo>
                <a:lnTo>
                  <a:pt x="7151997" y="166370"/>
                </a:lnTo>
                <a:lnTo>
                  <a:pt x="7103405" y="165100"/>
                </a:lnTo>
                <a:close/>
              </a:path>
              <a:path extrusionOk="0" h="886459" w="9968230">
                <a:moveTo>
                  <a:pt x="7010146" y="156210"/>
                </a:moveTo>
                <a:lnTo>
                  <a:pt x="6986984" y="157480"/>
                </a:lnTo>
                <a:lnTo>
                  <a:pt x="6962775" y="166370"/>
                </a:lnTo>
                <a:lnTo>
                  <a:pt x="7051148" y="166370"/>
                </a:lnTo>
                <a:lnTo>
                  <a:pt x="7032640" y="160020"/>
                </a:lnTo>
                <a:lnTo>
                  <a:pt x="7010146" y="156210"/>
                </a:lnTo>
                <a:close/>
              </a:path>
              <a:path extrusionOk="0" h="886459" w="9968230">
                <a:moveTo>
                  <a:pt x="6884265" y="153670"/>
                </a:moveTo>
                <a:lnTo>
                  <a:pt x="6854317" y="161290"/>
                </a:lnTo>
                <a:lnTo>
                  <a:pt x="6926929" y="161290"/>
                </a:lnTo>
                <a:lnTo>
                  <a:pt x="6917967" y="160020"/>
                </a:lnTo>
                <a:lnTo>
                  <a:pt x="6898640" y="154940"/>
                </a:lnTo>
                <a:lnTo>
                  <a:pt x="6884265" y="153670"/>
                </a:lnTo>
                <a:close/>
              </a:path>
              <a:path extrusionOk="0" h="886459" w="9968230">
                <a:moveTo>
                  <a:pt x="6487160" y="147320"/>
                </a:moveTo>
                <a:lnTo>
                  <a:pt x="6453215" y="157480"/>
                </a:lnTo>
                <a:lnTo>
                  <a:pt x="6501802" y="157480"/>
                </a:lnTo>
                <a:lnTo>
                  <a:pt x="6487160" y="147320"/>
                </a:lnTo>
                <a:close/>
              </a:path>
              <a:path extrusionOk="0" h="886459" w="9968230">
                <a:moveTo>
                  <a:pt x="6297930" y="133350"/>
                </a:moveTo>
                <a:lnTo>
                  <a:pt x="6247065" y="149860"/>
                </a:lnTo>
                <a:lnTo>
                  <a:pt x="6215987" y="156210"/>
                </a:lnTo>
                <a:lnTo>
                  <a:pt x="6447199" y="156210"/>
                </a:lnTo>
                <a:lnTo>
                  <a:pt x="6429152" y="152400"/>
                </a:lnTo>
                <a:lnTo>
                  <a:pt x="6415440" y="146050"/>
                </a:lnTo>
                <a:lnTo>
                  <a:pt x="6328727" y="146050"/>
                </a:lnTo>
                <a:lnTo>
                  <a:pt x="6312733" y="142240"/>
                </a:lnTo>
                <a:lnTo>
                  <a:pt x="6297930" y="133350"/>
                </a:lnTo>
                <a:close/>
              </a:path>
              <a:path extrusionOk="0" h="886459" w="9968230">
                <a:moveTo>
                  <a:pt x="6368669" y="138430"/>
                </a:moveTo>
                <a:lnTo>
                  <a:pt x="6347007" y="144780"/>
                </a:lnTo>
                <a:lnTo>
                  <a:pt x="6328727" y="146050"/>
                </a:lnTo>
                <a:lnTo>
                  <a:pt x="6415440" y="146050"/>
                </a:lnTo>
                <a:lnTo>
                  <a:pt x="6404471" y="140970"/>
                </a:lnTo>
                <a:lnTo>
                  <a:pt x="6368669" y="138430"/>
                </a:lnTo>
                <a:close/>
              </a:path>
              <a:path extrusionOk="0" h="886459" w="9968230">
                <a:moveTo>
                  <a:pt x="9541510" y="68580"/>
                </a:moveTo>
                <a:lnTo>
                  <a:pt x="9528276" y="82550"/>
                </a:lnTo>
                <a:lnTo>
                  <a:pt x="9967722" y="82550"/>
                </a:lnTo>
                <a:lnTo>
                  <a:pt x="9967722" y="74930"/>
                </a:lnTo>
                <a:lnTo>
                  <a:pt x="9575170" y="74930"/>
                </a:lnTo>
                <a:lnTo>
                  <a:pt x="9541510" y="68580"/>
                </a:lnTo>
                <a:close/>
              </a:path>
              <a:path extrusionOk="0" h="886459" w="9968230">
                <a:moveTo>
                  <a:pt x="9726676" y="38100"/>
                </a:moveTo>
                <a:lnTo>
                  <a:pt x="9715845" y="41910"/>
                </a:lnTo>
                <a:lnTo>
                  <a:pt x="9706991" y="50800"/>
                </a:lnTo>
                <a:lnTo>
                  <a:pt x="9660542" y="57150"/>
                </a:lnTo>
                <a:lnTo>
                  <a:pt x="9615725" y="68580"/>
                </a:lnTo>
                <a:lnTo>
                  <a:pt x="9575170" y="74930"/>
                </a:lnTo>
                <a:lnTo>
                  <a:pt x="9967722" y="74930"/>
                </a:lnTo>
                <a:lnTo>
                  <a:pt x="9967722" y="43180"/>
                </a:lnTo>
                <a:lnTo>
                  <a:pt x="9757029" y="43180"/>
                </a:lnTo>
                <a:lnTo>
                  <a:pt x="9740173" y="39370"/>
                </a:lnTo>
                <a:lnTo>
                  <a:pt x="9726676" y="38100"/>
                </a:lnTo>
                <a:close/>
              </a:path>
              <a:path extrusionOk="0" h="886459" w="9968230">
                <a:moveTo>
                  <a:pt x="9967722" y="0"/>
                </a:moveTo>
                <a:lnTo>
                  <a:pt x="9873869" y="29210"/>
                </a:lnTo>
                <a:lnTo>
                  <a:pt x="9843968" y="35560"/>
                </a:lnTo>
                <a:lnTo>
                  <a:pt x="9814401" y="40640"/>
                </a:lnTo>
                <a:lnTo>
                  <a:pt x="9785357" y="43180"/>
                </a:lnTo>
                <a:lnTo>
                  <a:pt x="9967722" y="43180"/>
                </a:lnTo>
                <a:lnTo>
                  <a:pt x="9967722" y="0"/>
                </a:lnTo>
                <a:close/>
              </a:path>
            </a:pathLst>
          </a:custGeom>
          <a:solidFill>
            <a:srgbClr val="82766A">
              <a:alpha val="14901"/>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1" name="Google Shape;71;p9"/>
          <p:cNvSpPr txBox="1"/>
          <p:nvPr/>
        </p:nvSpPr>
        <p:spPr>
          <a:xfrm>
            <a:off x="743200" y="2398775"/>
            <a:ext cx="10964100" cy="357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sz="2400">
                <a:solidFill>
                  <a:schemeClr val="dk1"/>
                </a:solidFill>
                <a:latin typeface="Times New Roman"/>
                <a:ea typeface="Times New Roman"/>
                <a:cs typeface="Times New Roman"/>
                <a:sym typeface="Times New Roman"/>
              </a:rPr>
              <a:t>Customer churn prediction is an important issue for companies like telecom, banking, and SaaS, as losing customers affects their business. In this project, we build a machine learning model to predict whether a customer is likely to leave based on details like how long they’ve been using the service, their monthly charges, and their contract type. By analyzing this data, the system can identify customers who might leave, helping companies take early actions like offering discounts or better services to keep them. This helps improve customer satisfaction and overall business performance.</a:t>
            </a:r>
            <a:endParaRPr sz="2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5" name="Shape 75"/>
        <p:cNvGrpSpPr/>
        <p:nvPr/>
      </p:nvGrpSpPr>
      <p:grpSpPr>
        <a:xfrm>
          <a:off x="0" y="0"/>
          <a:ext cx="0" cy="0"/>
          <a:chOff x="0" y="0"/>
          <a:chExt cx="0" cy="0"/>
        </a:xfrm>
      </p:grpSpPr>
      <p:pic>
        <p:nvPicPr>
          <p:cNvPr id="76" name="Google Shape;76;p10"/>
          <p:cNvPicPr preferRelativeResize="0"/>
          <p:nvPr/>
        </p:nvPicPr>
        <p:blipFill rotWithShape="1">
          <a:blip r:embed="rId3">
            <a:alphaModFix/>
          </a:blip>
          <a:srcRect b="0" l="0" r="0" t="0"/>
          <a:stretch/>
        </p:blipFill>
        <p:spPr>
          <a:xfrm>
            <a:off x="649008" y="1633629"/>
            <a:ext cx="10897452" cy="101028"/>
          </a:xfrm>
          <a:prstGeom prst="rect">
            <a:avLst/>
          </a:prstGeom>
          <a:noFill/>
          <a:ln>
            <a:noFill/>
          </a:ln>
        </p:spPr>
      </p:pic>
      <p:sp>
        <p:nvSpPr>
          <p:cNvPr id="77" name="Google Shape;77;p10"/>
          <p:cNvSpPr txBox="1"/>
          <p:nvPr/>
        </p:nvSpPr>
        <p:spPr>
          <a:xfrm>
            <a:off x="612650" y="2109225"/>
            <a:ext cx="11003400" cy="4175700"/>
          </a:xfrm>
          <a:prstGeom prst="rect">
            <a:avLst/>
          </a:prstGeom>
          <a:noFill/>
          <a:ln>
            <a:noFill/>
          </a:ln>
        </p:spPr>
        <p:txBody>
          <a:bodyPr anchorCtr="0" anchor="t" bIns="91425" lIns="91425" spcFirstLastPara="1" rIns="91425" wrap="square" tIns="91425">
            <a:noAutofit/>
          </a:bodyPr>
          <a:lstStyle/>
          <a:p>
            <a:pPr indent="-381000" lvl="0" marL="457200" rtl="0" algn="l">
              <a:lnSpc>
                <a:spcPct val="115000"/>
              </a:lnSpc>
              <a:spcBef>
                <a:spcPts val="120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Many companies face the problem of customers leaving their services without clear warning, which leads to loss of revenue and affects business growth.</a:t>
            </a:r>
            <a:endParaRPr sz="2400">
              <a:solidFill>
                <a:schemeClr val="dk1"/>
              </a:solidFill>
              <a:latin typeface="Times New Roman"/>
              <a:ea typeface="Times New Roman"/>
              <a:cs typeface="Times New Roman"/>
              <a:sym typeface="Times New Roman"/>
            </a:endParaRPr>
          </a:p>
          <a:p>
            <a:pPr indent="-381000" lvl="0" marL="457200" rtl="0" algn="l">
              <a:lnSpc>
                <a:spcPct val="115000"/>
              </a:lnSpc>
              <a:spcBef>
                <a:spcPts val="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Analyzing customer data manually is time-consuming and difficult, especially when dealing with large datasets and multiple factors influencing customer behavior.</a:t>
            </a:r>
            <a:endParaRPr sz="2400">
              <a:solidFill>
                <a:schemeClr val="dk1"/>
              </a:solidFill>
              <a:latin typeface="Times New Roman"/>
              <a:ea typeface="Times New Roman"/>
              <a:cs typeface="Times New Roman"/>
              <a:sym typeface="Times New Roman"/>
            </a:endParaRPr>
          </a:p>
          <a:p>
            <a:pPr indent="-381000" lvl="0" marL="457200" rtl="0" algn="l">
              <a:lnSpc>
                <a:spcPct val="115000"/>
              </a:lnSpc>
              <a:spcBef>
                <a:spcPts val="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Traditional methods and basic analysis often fail to accurately predict churn, as they cannot capture complex patterns in customer usage and preferences.</a:t>
            </a:r>
            <a:endParaRPr sz="2400">
              <a:solidFill>
                <a:schemeClr val="dk1"/>
              </a:solidFill>
              <a:latin typeface="Times New Roman"/>
              <a:ea typeface="Times New Roman"/>
              <a:cs typeface="Times New Roman"/>
              <a:sym typeface="Times New Roman"/>
            </a:endParaRPr>
          </a:p>
          <a:p>
            <a:pPr indent="-381000" lvl="0" marL="457200" rtl="0" algn="l">
              <a:lnSpc>
                <a:spcPct val="115000"/>
              </a:lnSpc>
              <a:spcBef>
                <a:spcPts val="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Therefore, there is a need for an intelligent and automated system that can analyze customer data, predict churn in advance, and help companies take necessary actions to retain their customers. </a:t>
            </a:r>
            <a:endParaRPr sz="2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78" name="Google Shape;78;p10"/>
          <p:cNvSpPr txBox="1"/>
          <p:nvPr/>
        </p:nvSpPr>
        <p:spPr>
          <a:xfrm>
            <a:off x="765050" y="539500"/>
            <a:ext cx="4876800" cy="914400"/>
          </a:xfrm>
          <a:prstGeom prst="rect">
            <a:avLst/>
          </a:prstGeom>
          <a:noFill/>
          <a:ln>
            <a:noFill/>
          </a:ln>
        </p:spPr>
        <p:txBody>
          <a:bodyPr anchorCtr="0" anchor="t" bIns="91425" lIns="91425" spcFirstLastPara="1" rIns="91425" wrap="square" tIns="91425">
            <a:noAutofit/>
          </a:bodyPr>
          <a:lstStyle/>
          <a:p>
            <a:pPr indent="0" lvl="0" marL="17145" rtl="0" algn="l">
              <a:spcBef>
                <a:spcPts val="0"/>
              </a:spcBef>
              <a:spcAft>
                <a:spcPts val="0"/>
              </a:spcAft>
              <a:buClr>
                <a:schemeClr val="dk1"/>
              </a:buClr>
              <a:buFont typeface="Arial"/>
              <a:buNone/>
            </a:pPr>
            <a:r>
              <a:rPr b="1" lang="en-US" sz="4000">
                <a:solidFill>
                  <a:schemeClr val="dk1"/>
                </a:solidFill>
                <a:latin typeface="Times New Roman"/>
                <a:ea typeface="Times New Roman"/>
                <a:cs typeface="Times New Roman"/>
                <a:sym typeface="Times New Roman"/>
              </a:rPr>
              <a:t>Problem Statement</a:t>
            </a:r>
            <a:endParaRPr b="1" sz="1800">
              <a:solidFill>
                <a:schemeClr val="dk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2" name="Shape 82"/>
        <p:cNvGrpSpPr/>
        <p:nvPr/>
      </p:nvGrpSpPr>
      <p:grpSpPr>
        <a:xfrm>
          <a:off x="0" y="0"/>
          <a:ext cx="0" cy="0"/>
          <a:chOff x="0" y="0"/>
          <a:chExt cx="0" cy="0"/>
        </a:xfrm>
      </p:grpSpPr>
      <p:sp>
        <p:nvSpPr>
          <p:cNvPr descr="$PPTXTitle" id="83" name="Google Shape;83;p11"/>
          <p:cNvSpPr txBox="1"/>
          <p:nvPr>
            <p:ph type="title"/>
          </p:nvPr>
        </p:nvSpPr>
        <p:spPr>
          <a:xfrm>
            <a:off x="743204" y="360629"/>
            <a:ext cx="10705591" cy="1249933"/>
          </a:xfrm>
          <a:prstGeom prst="rect">
            <a:avLst/>
          </a:prstGeom>
          <a:noFill/>
          <a:ln>
            <a:noFill/>
          </a:ln>
        </p:spPr>
        <p:txBody>
          <a:bodyPr anchorCtr="0" anchor="t" bIns="0" lIns="0" spcFirstLastPara="1" rIns="0" wrap="square" tIns="315200">
            <a:spAutoFit/>
          </a:bodyPr>
          <a:lstStyle/>
          <a:p>
            <a:pPr indent="0" lvl="0" marL="186690" rtl="0" algn="l">
              <a:lnSpc>
                <a:spcPct val="100000"/>
              </a:lnSpc>
              <a:spcBef>
                <a:spcPts val="0"/>
              </a:spcBef>
              <a:spcAft>
                <a:spcPts val="0"/>
              </a:spcAft>
              <a:buNone/>
            </a:pPr>
            <a:r>
              <a:rPr lang="en-US"/>
              <a:t>Objectives</a:t>
            </a:r>
            <a:endParaRPr/>
          </a:p>
        </p:txBody>
      </p:sp>
      <p:pic>
        <p:nvPicPr>
          <p:cNvPr id="84" name="Google Shape;84;p11"/>
          <p:cNvPicPr preferRelativeResize="0"/>
          <p:nvPr/>
        </p:nvPicPr>
        <p:blipFill rotWithShape="1">
          <a:blip r:embed="rId3">
            <a:alphaModFix/>
          </a:blip>
          <a:srcRect b="0" l="0" r="0" t="0"/>
          <a:stretch/>
        </p:blipFill>
        <p:spPr>
          <a:xfrm>
            <a:off x="649008" y="1633629"/>
            <a:ext cx="10897450" cy="101028"/>
          </a:xfrm>
          <a:prstGeom prst="rect">
            <a:avLst/>
          </a:prstGeom>
          <a:noFill/>
          <a:ln>
            <a:noFill/>
          </a:ln>
        </p:spPr>
      </p:pic>
      <p:sp>
        <p:nvSpPr>
          <p:cNvPr id="85" name="Google Shape;85;p11"/>
          <p:cNvSpPr txBox="1"/>
          <p:nvPr/>
        </p:nvSpPr>
        <p:spPr>
          <a:xfrm>
            <a:off x="707025" y="1911100"/>
            <a:ext cx="10781400" cy="4663500"/>
          </a:xfrm>
          <a:prstGeom prst="rect">
            <a:avLst/>
          </a:prstGeom>
          <a:noFill/>
          <a:ln>
            <a:noFill/>
          </a:ln>
        </p:spPr>
        <p:txBody>
          <a:bodyPr anchorCtr="0" anchor="t" bIns="91425" lIns="91425" spcFirstLastPara="1" rIns="91425" wrap="square" tIns="91425">
            <a:noAutofit/>
          </a:bodyPr>
          <a:lstStyle/>
          <a:p>
            <a:pPr indent="-381000" lvl="0" marL="457200" rtl="0" algn="l">
              <a:lnSpc>
                <a:spcPct val="115000"/>
              </a:lnSpc>
              <a:spcBef>
                <a:spcPts val="120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To develop a machine learning model that can predict whether a customer is likely to leave or stay.</a:t>
            </a:r>
            <a:endParaRPr sz="2400">
              <a:solidFill>
                <a:schemeClr val="dk1"/>
              </a:solidFill>
              <a:latin typeface="Times New Roman"/>
              <a:ea typeface="Times New Roman"/>
              <a:cs typeface="Times New Roman"/>
              <a:sym typeface="Times New Roman"/>
            </a:endParaRPr>
          </a:p>
          <a:p>
            <a:pPr indent="-381000" lvl="0" marL="457200" rtl="0" algn="l">
              <a:lnSpc>
                <a:spcPct val="115000"/>
              </a:lnSpc>
              <a:spcBef>
                <a:spcPts val="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To analyze customer data and understand the main reasons behind customer churn.</a:t>
            </a:r>
            <a:endParaRPr sz="2400">
              <a:solidFill>
                <a:schemeClr val="dk1"/>
              </a:solidFill>
              <a:latin typeface="Times New Roman"/>
              <a:ea typeface="Times New Roman"/>
              <a:cs typeface="Times New Roman"/>
              <a:sym typeface="Times New Roman"/>
            </a:endParaRPr>
          </a:p>
          <a:p>
            <a:pPr indent="-381000" lvl="0" marL="457200" rtl="0" algn="l">
              <a:lnSpc>
                <a:spcPct val="115000"/>
              </a:lnSpc>
              <a:spcBef>
                <a:spcPts val="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To identify customers who are at high risk of leaving the service.</a:t>
            </a:r>
            <a:endParaRPr sz="2400">
              <a:solidFill>
                <a:schemeClr val="dk1"/>
              </a:solidFill>
              <a:latin typeface="Times New Roman"/>
              <a:ea typeface="Times New Roman"/>
              <a:cs typeface="Times New Roman"/>
              <a:sym typeface="Times New Roman"/>
            </a:endParaRPr>
          </a:p>
          <a:p>
            <a:pPr indent="-381000" lvl="0" marL="457200" rtl="0" algn="l">
              <a:lnSpc>
                <a:spcPct val="115000"/>
              </a:lnSpc>
              <a:spcBef>
                <a:spcPts val="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To help companies take early actions like offers or better services to retain customers.</a:t>
            </a:r>
            <a:endParaRPr sz="2400">
              <a:solidFill>
                <a:schemeClr val="dk1"/>
              </a:solidFill>
              <a:latin typeface="Times New Roman"/>
              <a:ea typeface="Times New Roman"/>
              <a:cs typeface="Times New Roman"/>
              <a:sym typeface="Times New Roman"/>
            </a:endParaRPr>
          </a:p>
          <a:p>
            <a:pPr indent="-381000" lvl="0" marL="457200" rtl="0" algn="l">
              <a:lnSpc>
                <a:spcPct val="115000"/>
              </a:lnSpc>
              <a:spcBef>
                <a:spcPts val="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To improve the overall accuracy of churn prediction using suitable algorithms.</a:t>
            </a:r>
            <a:endParaRPr sz="2400">
              <a:solidFill>
                <a:schemeClr val="dk1"/>
              </a:solidFill>
              <a:latin typeface="Times New Roman"/>
              <a:ea typeface="Times New Roman"/>
              <a:cs typeface="Times New Roman"/>
              <a:sym typeface="Times New Roman"/>
            </a:endParaRPr>
          </a:p>
          <a:p>
            <a:pPr indent="-381000" lvl="0" marL="457200" rtl="0" algn="l">
              <a:lnSpc>
                <a:spcPct val="115000"/>
              </a:lnSpc>
              <a:spcBef>
                <a:spcPts val="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To support businesses in making better decisions and improving customer satisfaction.</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9" name="Shape 89"/>
        <p:cNvGrpSpPr/>
        <p:nvPr/>
      </p:nvGrpSpPr>
      <p:grpSpPr>
        <a:xfrm>
          <a:off x="0" y="0"/>
          <a:ext cx="0" cy="0"/>
          <a:chOff x="0" y="0"/>
          <a:chExt cx="0" cy="0"/>
        </a:xfrm>
      </p:grpSpPr>
      <p:sp>
        <p:nvSpPr>
          <p:cNvPr descr="$PPTXTitle" id="90" name="Google Shape;90;p12"/>
          <p:cNvSpPr txBox="1"/>
          <p:nvPr>
            <p:ph type="title"/>
          </p:nvPr>
        </p:nvSpPr>
        <p:spPr>
          <a:xfrm>
            <a:off x="743204" y="360629"/>
            <a:ext cx="10705500" cy="933900"/>
          </a:xfrm>
          <a:prstGeom prst="rect">
            <a:avLst/>
          </a:prstGeom>
          <a:noFill/>
          <a:ln>
            <a:noFill/>
          </a:ln>
        </p:spPr>
        <p:txBody>
          <a:bodyPr anchorCtr="0" anchor="t" bIns="0" lIns="0" spcFirstLastPara="1" rIns="0" wrap="square" tIns="315200">
            <a:spAutoFit/>
          </a:bodyPr>
          <a:lstStyle/>
          <a:p>
            <a:pPr indent="0" lvl="0" marL="186690" rtl="0" algn="l">
              <a:lnSpc>
                <a:spcPct val="100000"/>
              </a:lnSpc>
              <a:spcBef>
                <a:spcPts val="0"/>
              </a:spcBef>
              <a:spcAft>
                <a:spcPts val="0"/>
              </a:spcAft>
              <a:buNone/>
            </a:pPr>
            <a:r>
              <a:rPr lang="en-US"/>
              <a:t>Existing Methods</a:t>
            </a:r>
            <a:endParaRPr/>
          </a:p>
        </p:txBody>
      </p:sp>
      <p:pic>
        <p:nvPicPr>
          <p:cNvPr id="91" name="Google Shape;91;p12"/>
          <p:cNvPicPr preferRelativeResize="0"/>
          <p:nvPr/>
        </p:nvPicPr>
        <p:blipFill rotWithShape="1">
          <a:blip r:embed="rId3">
            <a:alphaModFix/>
          </a:blip>
          <a:srcRect b="0" l="0" r="0" t="0"/>
          <a:stretch/>
        </p:blipFill>
        <p:spPr>
          <a:xfrm>
            <a:off x="649008" y="1633629"/>
            <a:ext cx="10897452" cy="101028"/>
          </a:xfrm>
          <a:prstGeom prst="rect">
            <a:avLst/>
          </a:prstGeom>
          <a:noFill/>
          <a:ln>
            <a:noFill/>
          </a:ln>
        </p:spPr>
      </p:pic>
      <p:sp>
        <p:nvSpPr>
          <p:cNvPr id="92" name="Google Shape;92;p12"/>
          <p:cNvSpPr txBox="1"/>
          <p:nvPr/>
        </p:nvSpPr>
        <p:spPr>
          <a:xfrm>
            <a:off x="915720" y="2197100"/>
            <a:ext cx="9292500" cy="382200"/>
          </a:xfrm>
          <a:prstGeom prst="rect">
            <a:avLst/>
          </a:prstGeom>
          <a:noFill/>
          <a:ln>
            <a:noFill/>
          </a:ln>
        </p:spPr>
        <p:txBody>
          <a:bodyPr anchorCtr="0" anchor="t" bIns="0" lIns="0" spcFirstLastPara="1" rIns="0" wrap="square" tIns="12700">
            <a:spAutoFit/>
          </a:bodyPr>
          <a:lstStyle/>
          <a:p>
            <a:pPr indent="0" lvl="0" marL="457200" rtl="0" algn="l">
              <a:lnSpc>
                <a:spcPct val="100000"/>
              </a:lnSpc>
              <a:spcBef>
                <a:spcPts val="0"/>
              </a:spcBef>
              <a:spcAft>
                <a:spcPts val="0"/>
              </a:spcAft>
              <a:buNone/>
            </a:pPr>
            <a:r>
              <a:t/>
            </a:r>
            <a:endParaRPr sz="2400">
              <a:latin typeface="Times New Roman"/>
              <a:ea typeface="Times New Roman"/>
              <a:cs typeface="Times New Roman"/>
              <a:sym typeface="Times New Roman"/>
            </a:endParaRPr>
          </a:p>
        </p:txBody>
      </p:sp>
      <p:sp>
        <p:nvSpPr>
          <p:cNvPr id="93" name="Google Shape;93;p12"/>
          <p:cNvSpPr txBox="1"/>
          <p:nvPr/>
        </p:nvSpPr>
        <p:spPr>
          <a:xfrm>
            <a:off x="841250" y="2197100"/>
            <a:ext cx="10652700" cy="4039200"/>
          </a:xfrm>
          <a:prstGeom prst="rect">
            <a:avLst/>
          </a:prstGeom>
          <a:noFill/>
          <a:ln>
            <a:noFill/>
          </a:ln>
        </p:spPr>
        <p:txBody>
          <a:bodyPr anchorCtr="0" anchor="t" bIns="91425" lIns="91425" spcFirstLastPara="1" rIns="91425" wrap="square" tIns="91425">
            <a:noAutofit/>
          </a:bodyPr>
          <a:lstStyle/>
          <a:p>
            <a:pPr indent="-381000" lvl="0" marL="457200" rtl="0" algn="l">
              <a:lnSpc>
                <a:spcPct val="115000"/>
              </a:lnSpc>
              <a:spcBef>
                <a:spcPts val="1200"/>
              </a:spcBef>
              <a:spcAft>
                <a:spcPts val="0"/>
              </a:spcAft>
              <a:buClr>
                <a:schemeClr val="dk1"/>
              </a:buClr>
              <a:buSzPts val="2400"/>
              <a:buChar char="●"/>
            </a:pPr>
            <a:r>
              <a:rPr b="1" lang="en-US" sz="2400">
                <a:solidFill>
                  <a:schemeClr val="dk1"/>
                </a:solidFill>
                <a:latin typeface="Times New Roman"/>
                <a:ea typeface="Times New Roman"/>
                <a:cs typeface="Times New Roman"/>
                <a:sym typeface="Times New Roman"/>
              </a:rPr>
              <a:t>Basic ML Model - </a:t>
            </a:r>
            <a:r>
              <a:rPr lang="en-US" sz="2400">
                <a:solidFill>
                  <a:schemeClr val="dk1"/>
                </a:solidFill>
                <a:latin typeface="Times New Roman"/>
                <a:ea typeface="Times New Roman"/>
                <a:cs typeface="Times New Roman"/>
                <a:sym typeface="Times New Roman"/>
              </a:rPr>
              <a:t>Logistic Regression, Decision Tree, k-NN, Random Forest for churn prediction</a:t>
            </a:r>
            <a:endParaRPr sz="2400">
              <a:solidFill>
                <a:schemeClr val="dk1"/>
              </a:solidFill>
              <a:latin typeface="Times New Roman"/>
              <a:ea typeface="Times New Roman"/>
              <a:cs typeface="Times New Roman"/>
              <a:sym typeface="Times New Roman"/>
            </a:endParaRPr>
          </a:p>
          <a:p>
            <a:pPr indent="-381000" lvl="0" marL="457200" rtl="0" algn="l">
              <a:lnSpc>
                <a:spcPct val="115000"/>
              </a:lnSpc>
              <a:spcBef>
                <a:spcPts val="0"/>
              </a:spcBef>
              <a:spcAft>
                <a:spcPts val="0"/>
              </a:spcAft>
              <a:buClr>
                <a:schemeClr val="dk1"/>
              </a:buClr>
              <a:buSzPts val="2400"/>
              <a:buChar char="●"/>
            </a:pPr>
            <a:r>
              <a:rPr b="1" lang="en-US" sz="2400">
                <a:solidFill>
                  <a:schemeClr val="dk1"/>
                </a:solidFill>
                <a:latin typeface="Times New Roman"/>
                <a:ea typeface="Times New Roman"/>
                <a:cs typeface="Times New Roman"/>
                <a:sym typeface="Times New Roman"/>
              </a:rPr>
              <a:t>Rule-Based System - </a:t>
            </a:r>
            <a:r>
              <a:rPr lang="en-US" sz="2400">
                <a:solidFill>
                  <a:schemeClr val="dk1"/>
                </a:solidFill>
                <a:latin typeface="Times New Roman"/>
                <a:ea typeface="Times New Roman"/>
                <a:cs typeface="Times New Roman"/>
                <a:sym typeface="Times New Roman"/>
              </a:rPr>
              <a:t>Predefined rules based on customer behavior</a:t>
            </a:r>
            <a:endParaRPr sz="2400">
              <a:solidFill>
                <a:schemeClr val="dk1"/>
              </a:solidFill>
              <a:latin typeface="Times New Roman"/>
              <a:ea typeface="Times New Roman"/>
              <a:cs typeface="Times New Roman"/>
              <a:sym typeface="Times New Roman"/>
            </a:endParaRPr>
          </a:p>
          <a:p>
            <a:pPr indent="-381000" lvl="0" marL="457200" rtl="0" algn="l">
              <a:lnSpc>
                <a:spcPct val="115000"/>
              </a:lnSpc>
              <a:spcBef>
                <a:spcPts val="0"/>
              </a:spcBef>
              <a:spcAft>
                <a:spcPts val="0"/>
              </a:spcAft>
              <a:buClr>
                <a:schemeClr val="dk1"/>
              </a:buClr>
              <a:buSzPts val="2400"/>
              <a:buChar char="●"/>
            </a:pPr>
            <a:r>
              <a:rPr b="1" lang="en-US" sz="2400">
                <a:solidFill>
                  <a:schemeClr val="dk1"/>
                </a:solidFill>
                <a:latin typeface="Times New Roman"/>
                <a:ea typeface="Times New Roman"/>
                <a:cs typeface="Times New Roman"/>
                <a:sym typeface="Times New Roman"/>
              </a:rPr>
              <a:t>Data Analysis Techniques - </a:t>
            </a:r>
            <a:r>
              <a:rPr lang="en-US" sz="2400">
                <a:solidFill>
                  <a:schemeClr val="dk1"/>
                </a:solidFill>
                <a:latin typeface="Times New Roman"/>
                <a:ea typeface="Times New Roman"/>
                <a:cs typeface="Times New Roman"/>
                <a:sym typeface="Times New Roman"/>
              </a:rPr>
              <a:t>Identify patterns from customer usage and payment data</a:t>
            </a:r>
            <a:endParaRPr sz="2400">
              <a:solidFill>
                <a:schemeClr val="dk1"/>
              </a:solidFill>
              <a:latin typeface="Times New Roman"/>
              <a:ea typeface="Times New Roman"/>
              <a:cs typeface="Times New Roman"/>
              <a:sym typeface="Times New Roman"/>
            </a:endParaRPr>
          </a:p>
          <a:p>
            <a:pPr indent="-381000" lvl="0" marL="457200" rtl="0" algn="l">
              <a:lnSpc>
                <a:spcPct val="115000"/>
              </a:lnSpc>
              <a:spcBef>
                <a:spcPts val="0"/>
              </a:spcBef>
              <a:spcAft>
                <a:spcPts val="0"/>
              </a:spcAft>
              <a:buClr>
                <a:schemeClr val="dk1"/>
              </a:buClr>
              <a:buSzPts val="2400"/>
              <a:buChar char="●"/>
            </a:pPr>
            <a:r>
              <a:rPr b="1" lang="en-US" sz="2400">
                <a:solidFill>
                  <a:schemeClr val="dk1"/>
                </a:solidFill>
                <a:latin typeface="Times New Roman"/>
                <a:ea typeface="Times New Roman"/>
                <a:cs typeface="Times New Roman"/>
                <a:sym typeface="Times New Roman"/>
              </a:rPr>
              <a:t>Machine Learning Models - </a:t>
            </a:r>
            <a:r>
              <a:rPr lang="en-US" sz="2400">
                <a:solidFill>
                  <a:schemeClr val="dk1"/>
                </a:solidFill>
                <a:latin typeface="Times New Roman"/>
                <a:ea typeface="Times New Roman"/>
                <a:cs typeface="Times New Roman"/>
                <a:sym typeface="Times New Roman"/>
              </a:rPr>
              <a:t>Learn patterns automatically from historical data</a:t>
            </a:r>
            <a:endParaRPr sz="2400">
              <a:solidFill>
                <a:schemeClr val="dk1"/>
              </a:solidFill>
              <a:latin typeface="Times New Roman"/>
              <a:ea typeface="Times New Roman"/>
              <a:cs typeface="Times New Roman"/>
              <a:sym typeface="Times New Roman"/>
            </a:endParaRPr>
          </a:p>
          <a:p>
            <a:pPr indent="-381000" lvl="0" marL="457200" rtl="0" algn="l">
              <a:lnSpc>
                <a:spcPct val="115000"/>
              </a:lnSpc>
              <a:spcBef>
                <a:spcPts val="0"/>
              </a:spcBef>
              <a:spcAft>
                <a:spcPts val="0"/>
              </a:spcAft>
              <a:buClr>
                <a:schemeClr val="dk1"/>
              </a:buClr>
              <a:buSzPts val="2400"/>
              <a:buChar char="●"/>
            </a:pPr>
            <a:r>
              <a:rPr b="1" lang="en-US" sz="2400">
                <a:solidFill>
                  <a:schemeClr val="dk1"/>
                </a:solidFill>
                <a:latin typeface="Times New Roman"/>
                <a:ea typeface="Times New Roman"/>
                <a:cs typeface="Times New Roman"/>
                <a:sym typeface="Times New Roman"/>
              </a:rPr>
              <a:t>Ensemble Method - </a:t>
            </a:r>
            <a:r>
              <a:rPr lang="en-US" sz="2400">
                <a:solidFill>
                  <a:schemeClr val="dk1"/>
                </a:solidFill>
                <a:latin typeface="Times New Roman"/>
                <a:ea typeface="Times New Roman"/>
                <a:cs typeface="Times New Roman"/>
                <a:sym typeface="Times New Roman"/>
              </a:rPr>
              <a:t> Combine multiple models to improve accuracy</a:t>
            </a:r>
            <a:endParaRPr sz="2400">
              <a:solidFill>
                <a:schemeClr val="dk1"/>
              </a:solidFill>
              <a:latin typeface="Times New Roman"/>
              <a:ea typeface="Times New Roman"/>
              <a:cs typeface="Times New Roman"/>
              <a:sym typeface="Times New Roman"/>
            </a:endParaRPr>
          </a:p>
          <a:p>
            <a:pPr indent="-381000" lvl="0" marL="457200" rtl="0" algn="l">
              <a:lnSpc>
                <a:spcPct val="115000"/>
              </a:lnSpc>
              <a:spcBef>
                <a:spcPts val="0"/>
              </a:spcBef>
              <a:spcAft>
                <a:spcPts val="0"/>
              </a:spcAft>
              <a:buClr>
                <a:schemeClr val="dk1"/>
              </a:buClr>
              <a:buSzPts val="2400"/>
              <a:buChar char="●"/>
            </a:pPr>
            <a:r>
              <a:rPr b="1" lang="en-US" sz="2400">
                <a:solidFill>
                  <a:schemeClr val="dk1"/>
                </a:solidFill>
                <a:latin typeface="Times New Roman"/>
                <a:ea typeface="Times New Roman"/>
                <a:cs typeface="Times New Roman"/>
                <a:sym typeface="Times New Roman"/>
              </a:rPr>
              <a:t>Advanced Approaches - </a:t>
            </a:r>
            <a:r>
              <a:rPr lang="en-US" sz="2400">
                <a:solidFill>
                  <a:schemeClr val="dk1"/>
                </a:solidFill>
                <a:latin typeface="Times New Roman"/>
                <a:ea typeface="Times New Roman"/>
                <a:cs typeface="Times New Roman"/>
                <a:sym typeface="Times New Roman"/>
              </a:rPr>
              <a:t> Deep learning and AI models for better prediction</a:t>
            </a:r>
            <a:endParaRPr sz="2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7" name="Shape 97"/>
        <p:cNvGrpSpPr/>
        <p:nvPr/>
      </p:nvGrpSpPr>
      <p:grpSpPr>
        <a:xfrm>
          <a:off x="0" y="0"/>
          <a:ext cx="0" cy="0"/>
          <a:chOff x="0" y="0"/>
          <a:chExt cx="0" cy="0"/>
        </a:xfrm>
      </p:grpSpPr>
      <p:sp>
        <p:nvSpPr>
          <p:cNvPr descr="$PPTXTitle" id="98" name="Google Shape;98;p13"/>
          <p:cNvSpPr txBox="1"/>
          <p:nvPr>
            <p:ph type="title"/>
          </p:nvPr>
        </p:nvSpPr>
        <p:spPr>
          <a:xfrm>
            <a:off x="743204" y="360629"/>
            <a:ext cx="10705591" cy="1249933"/>
          </a:xfrm>
          <a:prstGeom prst="rect">
            <a:avLst/>
          </a:prstGeom>
          <a:noFill/>
          <a:ln>
            <a:noFill/>
          </a:ln>
        </p:spPr>
        <p:txBody>
          <a:bodyPr anchorCtr="0" anchor="t" bIns="0" lIns="0" spcFirstLastPara="1" rIns="0" wrap="square" tIns="315200">
            <a:spAutoFit/>
          </a:bodyPr>
          <a:lstStyle/>
          <a:p>
            <a:pPr indent="0" lvl="0" marL="186690" rtl="0" algn="l">
              <a:lnSpc>
                <a:spcPct val="100000"/>
              </a:lnSpc>
              <a:spcBef>
                <a:spcPts val="0"/>
              </a:spcBef>
              <a:spcAft>
                <a:spcPts val="0"/>
              </a:spcAft>
              <a:buNone/>
            </a:pPr>
            <a:r>
              <a:rPr lang="en-US"/>
              <a:t>Limitations &amp; Future Scope</a:t>
            </a:r>
            <a:endParaRPr/>
          </a:p>
        </p:txBody>
      </p:sp>
      <p:pic>
        <p:nvPicPr>
          <p:cNvPr id="99" name="Google Shape;99;p13"/>
          <p:cNvPicPr preferRelativeResize="0"/>
          <p:nvPr/>
        </p:nvPicPr>
        <p:blipFill rotWithShape="1">
          <a:blip r:embed="rId3">
            <a:alphaModFix/>
          </a:blip>
          <a:srcRect b="0" l="0" r="0" t="0"/>
          <a:stretch/>
        </p:blipFill>
        <p:spPr>
          <a:xfrm>
            <a:off x="649008" y="1633629"/>
            <a:ext cx="10897450" cy="101028"/>
          </a:xfrm>
          <a:prstGeom prst="rect">
            <a:avLst/>
          </a:prstGeom>
          <a:noFill/>
          <a:ln>
            <a:noFill/>
          </a:ln>
        </p:spPr>
      </p:pic>
      <p:sp>
        <p:nvSpPr>
          <p:cNvPr id="100" name="Google Shape;100;p13"/>
          <p:cNvSpPr txBox="1"/>
          <p:nvPr/>
        </p:nvSpPr>
        <p:spPr>
          <a:xfrm>
            <a:off x="902200" y="2185425"/>
            <a:ext cx="10652700" cy="396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1" name="Google Shape;101;p13"/>
          <p:cNvSpPr txBox="1"/>
          <p:nvPr/>
        </p:nvSpPr>
        <p:spPr>
          <a:xfrm>
            <a:off x="647250" y="1847175"/>
            <a:ext cx="10897500" cy="5010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US" sz="2400">
                <a:solidFill>
                  <a:schemeClr val="dk1"/>
                </a:solidFill>
                <a:latin typeface="Times New Roman"/>
                <a:ea typeface="Times New Roman"/>
                <a:cs typeface="Times New Roman"/>
                <a:sym typeface="Times New Roman"/>
              </a:rPr>
              <a:t>Limitations</a:t>
            </a:r>
            <a:endParaRPr b="1" sz="2400">
              <a:solidFill>
                <a:schemeClr val="dk1"/>
              </a:solidFill>
              <a:latin typeface="Times New Roman"/>
              <a:ea typeface="Times New Roman"/>
              <a:cs typeface="Times New Roman"/>
              <a:sym typeface="Times New Roman"/>
            </a:endParaRPr>
          </a:p>
          <a:p>
            <a:pPr indent="-381000" lvl="0" marL="457200" rtl="0" algn="l">
              <a:lnSpc>
                <a:spcPct val="115000"/>
              </a:lnSpc>
              <a:spcBef>
                <a:spcPts val="120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The model only predicts whether a customer will leave or stay, not the exact reason</a:t>
            </a:r>
            <a:endParaRPr sz="2400">
              <a:solidFill>
                <a:schemeClr val="dk1"/>
              </a:solidFill>
              <a:latin typeface="Times New Roman"/>
              <a:ea typeface="Times New Roman"/>
              <a:cs typeface="Times New Roman"/>
              <a:sym typeface="Times New Roman"/>
            </a:endParaRPr>
          </a:p>
          <a:p>
            <a:pPr indent="-381000" lvl="0" marL="457200" rtl="0" algn="l">
              <a:lnSpc>
                <a:spcPct val="115000"/>
              </a:lnSpc>
              <a:spcBef>
                <a:spcPts val="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It may miss some real-life factors that affect customer decisions</a:t>
            </a:r>
            <a:endParaRPr sz="2400">
              <a:solidFill>
                <a:schemeClr val="dk1"/>
              </a:solidFill>
              <a:latin typeface="Times New Roman"/>
              <a:ea typeface="Times New Roman"/>
              <a:cs typeface="Times New Roman"/>
              <a:sym typeface="Times New Roman"/>
            </a:endParaRPr>
          </a:p>
          <a:p>
            <a:pPr indent="-381000" lvl="0" marL="457200" rtl="0" algn="l">
              <a:lnSpc>
                <a:spcPct val="115000"/>
              </a:lnSpc>
              <a:spcBef>
                <a:spcPts val="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Accuracy depends on the quality and size of the data</a:t>
            </a:r>
            <a:endParaRPr sz="2400">
              <a:solidFill>
                <a:schemeClr val="dk1"/>
              </a:solidFill>
              <a:latin typeface="Times New Roman"/>
              <a:ea typeface="Times New Roman"/>
              <a:cs typeface="Times New Roman"/>
              <a:sym typeface="Times New Roman"/>
            </a:endParaRPr>
          </a:p>
          <a:p>
            <a:pPr indent="-381000" lvl="0" marL="457200" rtl="0" algn="l">
              <a:lnSpc>
                <a:spcPct val="115000"/>
              </a:lnSpc>
              <a:spcBef>
                <a:spcPts val="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Changing customer behavior can affect prediction results</a:t>
            </a:r>
            <a:endParaRPr sz="2400">
              <a:solidFill>
                <a:schemeClr val="dk1"/>
              </a:solidFill>
              <a:latin typeface="Times New Roman"/>
              <a:ea typeface="Times New Roman"/>
              <a:cs typeface="Times New Roman"/>
              <a:sym typeface="Times New Roman"/>
            </a:endParaRPr>
          </a:p>
          <a:p>
            <a:pPr indent="0" lvl="0" marL="0" rtl="0" algn="l">
              <a:lnSpc>
                <a:spcPct val="115000"/>
              </a:lnSpc>
              <a:spcBef>
                <a:spcPts val="1400"/>
              </a:spcBef>
              <a:spcAft>
                <a:spcPts val="0"/>
              </a:spcAft>
              <a:buClr>
                <a:schemeClr val="dk1"/>
              </a:buClr>
              <a:buSzPts val="1100"/>
              <a:buFont typeface="Arial"/>
              <a:buNone/>
            </a:pPr>
            <a:r>
              <a:rPr b="1" lang="en-US" sz="2400">
                <a:solidFill>
                  <a:schemeClr val="dk1"/>
                </a:solidFill>
                <a:latin typeface="Times New Roman"/>
                <a:ea typeface="Times New Roman"/>
                <a:cs typeface="Times New Roman"/>
                <a:sym typeface="Times New Roman"/>
              </a:rPr>
              <a:t>Future Scope</a:t>
            </a:r>
            <a:endParaRPr b="1" sz="2400">
              <a:solidFill>
                <a:schemeClr val="dk1"/>
              </a:solidFill>
              <a:latin typeface="Times New Roman"/>
              <a:ea typeface="Times New Roman"/>
              <a:cs typeface="Times New Roman"/>
              <a:sym typeface="Times New Roman"/>
            </a:endParaRPr>
          </a:p>
          <a:p>
            <a:pPr indent="-381000" lvl="0" marL="457200" rtl="0" algn="l">
              <a:lnSpc>
                <a:spcPct val="115000"/>
              </a:lnSpc>
              <a:spcBef>
                <a:spcPts val="120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Can be improved to find reasons behind customer churn</a:t>
            </a:r>
            <a:endParaRPr sz="2400">
              <a:solidFill>
                <a:schemeClr val="dk1"/>
              </a:solidFill>
              <a:latin typeface="Times New Roman"/>
              <a:ea typeface="Times New Roman"/>
              <a:cs typeface="Times New Roman"/>
              <a:sym typeface="Times New Roman"/>
            </a:endParaRPr>
          </a:p>
          <a:p>
            <a:pPr indent="-381000" lvl="0" marL="457200" rtl="0" algn="l">
              <a:lnSpc>
                <a:spcPct val="115000"/>
              </a:lnSpc>
              <a:spcBef>
                <a:spcPts val="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Using better and larger data can increase accuracy</a:t>
            </a:r>
            <a:endParaRPr sz="2400">
              <a:solidFill>
                <a:schemeClr val="dk1"/>
              </a:solidFill>
              <a:latin typeface="Times New Roman"/>
              <a:ea typeface="Times New Roman"/>
              <a:cs typeface="Times New Roman"/>
              <a:sym typeface="Times New Roman"/>
            </a:endParaRPr>
          </a:p>
          <a:p>
            <a:pPr indent="-381000" lvl="0" marL="457200" rtl="0" algn="l">
              <a:lnSpc>
                <a:spcPct val="115000"/>
              </a:lnSpc>
              <a:spcBef>
                <a:spcPts val="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Can be developed into a real-time prediction system</a:t>
            </a:r>
            <a:endParaRPr sz="2400">
              <a:solidFill>
                <a:schemeClr val="dk1"/>
              </a:solidFill>
              <a:latin typeface="Times New Roman"/>
              <a:ea typeface="Times New Roman"/>
              <a:cs typeface="Times New Roman"/>
              <a:sym typeface="Times New Roman"/>
            </a:endParaRPr>
          </a:p>
          <a:p>
            <a:pPr indent="-381000" lvl="0" marL="457200" rtl="0" algn="l">
              <a:lnSpc>
                <a:spcPct val="115000"/>
              </a:lnSpc>
              <a:spcBef>
                <a:spcPts val="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Advanced models can be used for better performance</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05" name="Shape 105"/>
        <p:cNvGrpSpPr/>
        <p:nvPr/>
      </p:nvGrpSpPr>
      <p:grpSpPr>
        <a:xfrm>
          <a:off x="0" y="0"/>
          <a:ext cx="0" cy="0"/>
          <a:chOff x="0" y="0"/>
          <a:chExt cx="0" cy="0"/>
        </a:xfrm>
      </p:grpSpPr>
      <p:sp>
        <p:nvSpPr>
          <p:cNvPr descr="$PPTXTitle" id="106" name="Google Shape;106;p14"/>
          <p:cNvSpPr txBox="1"/>
          <p:nvPr>
            <p:ph type="title"/>
          </p:nvPr>
        </p:nvSpPr>
        <p:spPr>
          <a:xfrm>
            <a:off x="743204" y="360629"/>
            <a:ext cx="10705591" cy="1249933"/>
          </a:xfrm>
          <a:prstGeom prst="rect">
            <a:avLst/>
          </a:prstGeom>
          <a:noFill/>
          <a:ln>
            <a:noFill/>
          </a:ln>
        </p:spPr>
        <p:txBody>
          <a:bodyPr anchorCtr="0" anchor="t" bIns="0" lIns="0" spcFirstLastPara="1" rIns="0" wrap="square" tIns="315200">
            <a:spAutoFit/>
          </a:bodyPr>
          <a:lstStyle/>
          <a:p>
            <a:pPr indent="0" lvl="0" marL="186690" rtl="0" algn="l">
              <a:lnSpc>
                <a:spcPct val="100000"/>
              </a:lnSpc>
              <a:spcBef>
                <a:spcPts val="0"/>
              </a:spcBef>
              <a:spcAft>
                <a:spcPts val="0"/>
              </a:spcAft>
              <a:buNone/>
            </a:pPr>
            <a:r>
              <a:rPr lang="en-US"/>
              <a:t>Proposed System</a:t>
            </a:r>
            <a:endParaRPr/>
          </a:p>
        </p:txBody>
      </p:sp>
      <p:pic>
        <p:nvPicPr>
          <p:cNvPr id="107" name="Google Shape;107;p14"/>
          <p:cNvPicPr preferRelativeResize="0"/>
          <p:nvPr/>
        </p:nvPicPr>
        <p:blipFill rotWithShape="1">
          <a:blip r:embed="rId3">
            <a:alphaModFix/>
          </a:blip>
          <a:srcRect b="0" l="0" r="0" t="0"/>
          <a:stretch/>
        </p:blipFill>
        <p:spPr>
          <a:xfrm>
            <a:off x="649008" y="1633629"/>
            <a:ext cx="10897450" cy="101028"/>
          </a:xfrm>
          <a:prstGeom prst="rect">
            <a:avLst/>
          </a:prstGeom>
          <a:noFill/>
          <a:ln>
            <a:noFill/>
          </a:ln>
        </p:spPr>
      </p:pic>
      <p:sp>
        <p:nvSpPr>
          <p:cNvPr id="108" name="Google Shape;108;p14"/>
          <p:cNvSpPr txBox="1"/>
          <p:nvPr/>
        </p:nvSpPr>
        <p:spPr>
          <a:xfrm>
            <a:off x="800350" y="1963150"/>
            <a:ext cx="10648500" cy="3879000"/>
          </a:xfrm>
          <a:prstGeom prst="rect">
            <a:avLst/>
          </a:prstGeom>
          <a:noFill/>
          <a:ln>
            <a:noFill/>
          </a:ln>
        </p:spPr>
        <p:txBody>
          <a:bodyPr anchorCtr="0" anchor="t" bIns="91425" lIns="91425" spcFirstLastPara="1" rIns="91425" wrap="square" tIns="91425">
            <a:spAutoFit/>
          </a:bodyPr>
          <a:lstStyle/>
          <a:p>
            <a:pPr indent="-381000" lvl="0" marL="457200" rtl="0" algn="l">
              <a:spcBef>
                <a:spcPts val="0"/>
              </a:spcBef>
              <a:spcAft>
                <a:spcPts val="0"/>
              </a:spcAft>
              <a:buClr>
                <a:schemeClr val="dk1"/>
              </a:buClr>
              <a:buSzPts val="2400"/>
              <a:buFont typeface="Times New Roman"/>
              <a:buChar char="●"/>
            </a:pPr>
            <a:r>
              <a:rPr b="1" lang="en-US" sz="2400">
                <a:solidFill>
                  <a:schemeClr val="dk1"/>
                </a:solidFill>
                <a:latin typeface="Times New Roman"/>
                <a:ea typeface="Times New Roman"/>
                <a:cs typeface="Times New Roman"/>
                <a:sym typeface="Times New Roman"/>
              </a:rPr>
              <a:t>Automated system</a:t>
            </a:r>
            <a:r>
              <a:rPr lang="en-US" sz="2400">
                <a:solidFill>
                  <a:schemeClr val="dk1"/>
                </a:solidFill>
                <a:latin typeface="Times New Roman"/>
                <a:ea typeface="Times New Roman"/>
                <a:cs typeface="Times New Roman"/>
                <a:sym typeface="Times New Roman"/>
              </a:rPr>
              <a:t> for predicting customer churn using </a:t>
            </a:r>
            <a:r>
              <a:rPr b="1" lang="en-US" sz="2400">
                <a:solidFill>
                  <a:schemeClr val="dk1"/>
                </a:solidFill>
                <a:latin typeface="Times New Roman"/>
                <a:ea typeface="Times New Roman"/>
                <a:cs typeface="Times New Roman"/>
                <a:sym typeface="Times New Roman"/>
              </a:rPr>
              <a:t>Machine Learning</a:t>
            </a:r>
            <a:endParaRPr b="1" sz="2400">
              <a:solidFill>
                <a:schemeClr val="dk1"/>
              </a:solidFill>
              <a:latin typeface="Times New Roman"/>
              <a:ea typeface="Times New Roman"/>
              <a:cs typeface="Times New Roman"/>
              <a:sym typeface="Times New Roman"/>
            </a:endParaRPr>
          </a:p>
          <a:p>
            <a:pPr indent="-381000" lvl="0" marL="457200" rtl="0" algn="l">
              <a:spcBef>
                <a:spcPts val="0"/>
              </a:spcBef>
              <a:spcAft>
                <a:spcPts val="0"/>
              </a:spcAft>
              <a:buClr>
                <a:schemeClr val="dk1"/>
              </a:buClr>
              <a:buSzPts val="2400"/>
              <a:buFont typeface="Times New Roman"/>
              <a:buChar char="●"/>
            </a:pPr>
            <a:r>
              <a:rPr b="1" lang="en-US" sz="2400">
                <a:solidFill>
                  <a:schemeClr val="dk1"/>
                </a:solidFill>
                <a:latin typeface="Times New Roman"/>
                <a:ea typeface="Times New Roman"/>
                <a:cs typeface="Times New Roman"/>
                <a:sym typeface="Times New Roman"/>
              </a:rPr>
              <a:t>Data preprocessing</a:t>
            </a:r>
            <a:r>
              <a:rPr lang="en-US" sz="2400">
                <a:solidFill>
                  <a:schemeClr val="dk1"/>
                </a:solidFill>
                <a:latin typeface="Times New Roman"/>
                <a:ea typeface="Times New Roman"/>
                <a:cs typeface="Times New Roman"/>
                <a:sym typeface="Times New Roman"/>
              </a:rPr>
              <a:t> to clean data and handle </a:t>
            </a:r>
            <a:r>
              <a:rPr b="1" lang="en-US" sz="2400">
                <a:solidFill>
                  <a:schemeClr val="dk1"/>
                </a:solidFill>
                <a:latin typeface="Times New Roman"/>
                <a:ea typeface="Times New Roman"/>
                <a:cs typeface="Times New Roman"/>
                <a:sym typeface="Times New Roman"/>
              </a:rPr>
              <a:t>missing values</a:t>
            </a:r>
            <a:endParaRPr b="1" sz="2400">
              <a:solidFill>
                <a:schemeClr val="dk1"/>
              </a:solidFill>
              <a:latin typeface="Times New Roman"/>
              <a:ea typeface="Times New Roman"/>
              <a:cs typeface="Times New Roman"/>
              <a:sym typeface="Times New Roman"/>
            </a:endParaRPr>
          </a:p>
          <a:p>
            <a:pPr indent="-381000" lvl="0" marL="457200" rtl="0" algn="l">
              <a:spcBef>
                <a:spcPts val="0"/>
              </a:spcBef>
              <a:spcAft>
                <a:spcPts val="0"/>
              </a:spcAft>
              <a:buClr>
                <a:schemeClr val="dk1"/>
              </a:buClr>
              <a:buSzPts val="2400"/>
              <a:buFont typeface="Times New Roman"/>
              <a:buChar char="●"/>
            </a:pPr>
            <a:r>
              <a:rPr b="1" lang="en-US" sz="2400">
                <a:solidFill>
                  <a:schemeClr val="dk1"/>
                </a:solidFill>
                <a:latin typeface="Times New Roman"/>
                <a:ea typeface="Times New Roman"/>
                <a:cs typeface="Times New Roman"/>
                <a:sym typeface="Times New Roman"/>
              </a:rPr>
              <a:t>Categorical data conversion</a:t>
            </a:r>
            <a:r>
              <a:rPr lang="en-US" sz="2400">
                <a:solidFill>
                  <a:schemeClr val="dk1"/>
                </a:solidFill>
                <a:latin typeface="Times New Roman"/>
                <a:ea typeface="Times New Roman"/>
                <a:cs typeface="Times New Roman"/>
                <a:sym typeface="Times New Roman"/>
              </a:rPr>
              <a:t> into numerical format for better processing</a:t>
            </a:r>
            <a:endParaRPr sz="2400">
              <a:solidFill>
                <a:schemeClr val="dk1"/>
              </a:solidFill>
              <a:latin typeface="Times New Roman"/>
              <a:ea typeface="Times New Roman"/>
              <a:cs typeface="Times New Roman"/>
              <a:sym typeface="Times New Roman"/>
            </a:endParaRPr>
          </a:p>
          <a:p>
            <a:pPr indent="-381000" lvl="0" marL="457200" rtl="0" algn="l">
              <a:spcBef>
                <a:spcPts val="0"/>
              </a:spcBef>
              <a:spcAft>
                <a:spcPts val="0"/>
              </a:spcAft>
              <a:buClr>
                <a:schemeClr val="dk1"/>
              </a:buClr>
              <a:buSzPts val="2400"/>
              <a:buFont typeface="Times New Roman"/>
              <a:buChar char="●"/>
            </a:pPr>
            <a:r>
              <a:rPr b="1" lang="en-US" sz="2400">
                <a:solidFill>
                  <a:schemeClr val="dk1"/>
                </a:solidFill>
                <a:latin typeface="Times New Roman"/>
                <a:ea typeface="Times New Roman"/>
                <a:cs typeface="Times New Roman"/>
                <a:sym typeface="Times New Roman"/>
              </a:rPr>
              <a:t>Normalization</a:t>
            </a:r>
            <a:r>
              <a:rPr lang="en-US" sz="2400">
                <a:solidFill>
                  <a:schemeClr val="dk1"/>
                </a:solidFill>
                <a:latin typeface="Times New Roman"/>
                <a:ea typeface="Times New Roman"/>
                <a:cs typeface="Times New Roman"/>
                <a:sym typeface="Times New Roman"/>
              </a:rPr>
              <a:t> of data to improve </a:t>
            </a:r>
            <a:r>
              <a:rPr b="1" lang="en-US" sz="2400">
                <a:solidFill>
                  <a:schemeClr val="dk1"/>
                </a:solidFill>
                <a:latin typeface="Times New Roman"/>
                <a:ea typeface="Times New Roman"/>
                <a:cs typeface="Times New Roman"/>
                <a:sym typeface="Times New Roman"/>
              </a:rPr>
              <a:t>model performance</a:t>
            </a:r>
            <a:endParaRPr b="1" sz="2400">
              <a:solidFill>
                <a:schemeClr val="dk1"/>
              </a:solidFill>
              <a:latin typeface="Times New Roman"/>
              <a:ea typeface="Times New Roman"/>
              <a:cs typeface="Times New Roman"/>
              <a:sym typeface="Times New Roman"/>
            </a:endParaRPr>
          </a:p>
          <a:p>
            <a:pPr indent="-381000" lvl="0" marL="457200" rtl="0" algn="l">
              <a:spcBef>
                <a:spcPts val="0"/>
              </a:spcBef>
              <a:spcAft>
                <a:spcPts val="0"/>
              </a:spcAft>
              <a:buClr>
                <a:schemeClr val="dk1"/>
              </a:buClr>
              <a:buSzPts val="2400"/>
              <a:buFont typeface="Times New Roman"/>
              <a:buChar char="●"/>
            </a:pPr>
            <a:r>
              <a:rPr b="1" lang="en-US" sz="2400">
                <a:solidFill>
                  <a:schemeClr val="dk1"/>
                </a:solidFill>
                <a:latin typeface="Times New Roman"/>
                <a:ea typeface="Times New Roman"/>
                <a:cs typeface="Times New Roman"/>
                <a:sym typeface="Times New Roman"/>
              </a:rPr>
              <a:t>Data analysis</a:t>
            </a:r>
            <a:r>
              <a:rPr lang="en-US" sz="2400">
                <a:solidFill>
                  <a:schemeClr val="dk1"/>
                </a:solidFill>
                <a:latin typeface="Times New Roman"/>
                <a:ea typeface="Times New Roman"/>
                <a:cs typeface="Times New Roman"/>
                <a:sym typeface="Times New Roman"/>
              </a:rPr>
              <a:t> to identify key factors affecting </a:t>
            </a:r>
            <a:r>
              <a:rPr b="1" lang="en-US" sz="2400">
                <a:solidFill>
                  <a:schemeClr val="dk1"/>
                </a:solidFill>
                <a:latin typeface="Times New Roman"/>
                <a:ea typeface="Times New Roman"/>
                <a:cs typeface="Times New Roman"/>
                <a:sym typeface="Times New Roman"/>
              </a:rPr>
              <a:t>customer churn</a:t>
            </a:r>
            <a:endParaRPr b="1" sz="2400">
              <a:solidFill>
                <a:schemeClr val="dk1"/>
              </a:solidFill>
              <a:latin typeface="Times New Roman"/>
              <a:ea typeface="Times New Roman"/>
              <a:cs typeface="Times New Roman"/>
              <a:sym typeface="Times New Roman"/>
            </a:endParaRPr>
          </a:p>
          <a:p>
            <a:pPr indent="-381000" lvl="0" marL="457200" rtl="0" algn="l">
              <a:spcBef>
                <a:spcPts val="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Use of </a:t>
            </a:r>
            <a:r>
              <a:rPr b="1" lang="en-US" sz="2400">
                <a:solidFill>
                  <a:schemeClr val="dk1"/>
                </a:solidFill>
                <a:latin typeface="Times New Roman"/>
                <a:ea typeface="Times New Roman"/>
                <a:cs typeface="Times New Roman"/>
                <a:sym typeface="Times New Roman"/>
              </a:rPr>
              <a:t>ML algorithms</a:t>
            </a:r>
            <a:r>
              <a:rPr lang="en-US" sz="2400">
                <a:solidFill>
                  <a:schemeClr val="dk1"/>
                </a:solidFill>
                <a:latin typeface="Times New Roman"/>
                <a:ea typeface="Times New Roman"/>
                <a:cs typeface="Times New Roman"/>
                <a:sym typeface="Times New Roman"/>
              </a:rPr>
              <a:t> like </a:t>
            </a:r>
            <a:r>
              <a:rPr b="1" lang="en-US" sz="2400">
                <a:solidFill>
                  <a:schemeClr val="dk1"/>
                </a:solidFill>
                <a:latin typeface="Times New Roman"/>
                <a:ea typeface="Times New Roman"/>
                <a:cs typeface="Times New Roman"/>
                <a:sym typeface="Times New Roman"/>
              </a:rPr>
              <a:t>Logistic Regression, Decision Tree, Random Forest</a:t>
            </a:r>
            <a:endParaRPr b="1" sz="2400">
              <a:solidFill>
                <a:schemeClr val="dk1"/>
              </a:solidFill>
              <a:latin typeface="Times New Roman"/>
              <a:ea typeface="Times New Roman"/>
              <a:cs typeface="Times New Roman"/>
              <a:sym typeface="Times New Roman"/>
            </a:endParaRPr>
          </a:p>
          <a:p>
            <a:pPr indent="-381000" lvl="0" marL="457200" rtl="0" algn="l">
              <a:spcBef>
                <a:spcPts val="0"/>
              </a:spcBef>
              <a:spcAft>
                <a:spcPts val="0"/>
              </a:spcAft>
              <a:buClr>
                <a:schemeClr val="dk1"/>
              </a:buClr>
              <a:buSzPts val="2400"/>
              <a:buFont typeface="Times New Roman"/>
              <a:buChar char="●"/>
            </a:pPr>
            <a:r>
              <a:rPr b="1" lang="en-US" sz="2400">
                <a:solidFill>
                  <a:schemeClr val="dk1"/>
                </a:solidFill>
                <a:latin typeface="Times New Roman"/>
                <a:ea typeface="Times New Roman"/>
                <a:cs typeface="Times New Roman"/>
                <a:sym typeface="Times New Roman"/>
              </a:rPr>
              <a:t>Model evaluation</a:t>
            </a:r>
            <a:r>
              <a:rPr lang="en-US" sz="2400">
                <a:solidFill>
                  <a:schemeClr val="dk1"/>
                </a:solidFill>
                <a:latin typeface="Times New Roman"/>
                <a:ea typeface="Times New Roman"/>
                <a:cs typeface="Times New Roman"/>
                <a:sym typeface="Times New Roman"/>
              </a:rPr>
              <a:t> to select the </a:t>
            </a:r>
            <a:r>
              <a:rPr b="1" lang="en-US" sz="2400">
                <a:solidFill>
                  <a:schemeClr val="dk1"/>
                </a:solidFill>
                <a:latin typeface="Times New Roman"/>
                <a:ea typeface="Times New Roman"/>
                <a:cs typeface="Times New Roman"/>
                <a:sym typeface="Times New Roman"/>
              </a:rPr>
              <a:t>best performing model</a:t>
            </a:r>
            <a:endParaRPr b="1" sz="2400">
              <a:solidFill>
                <a:schemeClr val="dk1"/>
              </a:solidFill>
              <a:latin typeface="Times New Roman"/>
              <a:ea typeface="Times New Roman"/>
              <a:cs typeface="Times New Roman"/>
              <a:sym typeface="Times New Roman"/>
            </a:endParaRPr>
          </a:p>
          <a:p>
            <a:pPr indent="-381000" lvl="0" marL="457200" rtl="0" algn="l">
              <a:spcBef>
                <a:spcPts val="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Final prediction output as </a:t>
            </a:r>
            <a:r>
              <a:rPr b="1" lang="en-US" sz="2400">
                <a:solidFill>
                  <a:schemeClr val="dk1"/>
                </a:solidFill>
                <a:latin typeface="Times New Roman"/>
                <a:ea typeface="Times New Roman"/>
                <a:cs typeface="Times New Roman"/>
                <a:sym typeface="Times New Roman"/>
              </a:rPr>
              <a:t>Churn / No Churn</a:t>
            </a:r>
            <a:endParaRPr b="1" sz="2400">
              <a:solidFill>
                <a:schemeClr val="dk1"/>
              </a:solidFill>
              <a:latin typeface="Times New Roman"/>
              <a:ea typeface="Times New Roman"/>
              <a:cs typeface="Times New Roman"/>
              <a:sym typeface="Times New Roman"/>
            </a:endParaRPr>
          </a:p>
          <a:p>
            <a:pPr indent="-381000" lvl="0" marL="457200" rtl="0" algn="l">
              <a:spcBef>
                <a:spcPts val="0"/>
              </a:spcBef>
              <a:spcAft>
                <a:spcPts val="0"/>
              </a:spcAft>
              <a:buClr>
                <a:schemeClr val="dk1"/>
              </a:buClr>
              <a:buSzPts val="2400"/>
              <a:buFont typeface="Times New Roman"/>
              <a:buChar char="●"/>
            </a:pPr>
            <a:r>
              <a:rPr b="1" lang="en-US" sz="2400">
                <a:solidFill>
                  <a:schemeClr val="dk1"/>
                </a:solidFill>
                <a:latin typeface="Times New Roman"/>
                <a:ea typeface="Times New Roman"/>
                <a:cs typeface="Times New Roman"/>
                <a:sym typeface="Times New Roman"/>
              </a:rPr>
              <a:t>Model optimization</a:t>
            </a:r>
            <a:r>
              <a:rPr lang="en-US" sz="2400">
                <a:solidFill>
                  <a:schemeClr val="dk1"/>
                </a:solidFill>
                <a:latin typeface="Times New Roman"/>
                <a:ea typeface="Times New Roman"/>
                <a:cs typeface="Times New Roman"/>
                <a:sym typeface="Times New Roman"/>
              </a:rPr>
              <a:t> using </a:t>
            </a:r>
            <a:r>
              <a:rPr b="1" lang="en-US" sz="2400">
                <a:solidFill>
                  <a:schemeClr val="dk1"/>
                </a:solidFill>
                <a:latin typeface="Times New Roman"/>
                <a:ea typeface="Times New Roman"/>
                <a:cs typeface="Times New Roman"/>
                <a:sym typeface="Times New Roman"/>
              </a:rPr>
              <a:t>feature selection and parameter tuning</a:t>
            </a:r>
            <a:endParaRPr b="1" sz="2400">
              <a:solidFill>
                <a:schemeClr val="dk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12" name="Shape 112"/>
        <p:cNvGrpSpPr/>
        <p:nvPr/>
      </p:nvGrpSpPr>
      <p:grpSpPr>
        <a:xfrm>
          <a:off x="0" y="0"/>
          <a:ext cx="0" cy="0"/>
          <a:chOff x="0" y="0"/>
          <a:chExt cx="0" cy="0"/>
        </a:xfrm>
      </p:grpSpPr>
      <p:sp>
        <p:nvSpPr>
          <p:cNvPr descr="$PPTXTitle" id="113" name="Google Shape;113;p15"/>
          <p:cNvSpPr txBox="1"/>
          <p:nvPr>
            <p:ph type="title"/>
          </p:nvPr>
        </p:nvSpPr>
        <p:spPr>
          <a:xfrm>
            <a:off x="743204" y="360629"/>
            <a:ext cx="10705591" cy="1249933"/>
          </a:xfrm>
          <a:prstGeom prst="rect">
            <a:avLst/>
          </a:prstGeom>
          <a:noFill/>
          <a:ln>
            <a:noFill/>
          </a:ln>
        </p:spPr>
        <p:txBody>
          <a:bodyPr anchorCtr="0" anchor="t" bIns="0" lIns="0" spcFirstLastPara="1" rIns="0" wrap="square" tIns="256900">
            <a:spAutoFit/>
          </a:bodyPr>
          <a:lstStyle/>
          <a:p>
            <a:pPr indent="0" lvl="0" marL="17145" rtl="0" algn="l">
              <a:lnSpc>
                <a:spcPct val="100000"/>
              </a:lnSpc>
              <a:spcBef>
                <a:spcPts val="0"/>
              </a:spcBef>
              <a:spcAft>
                <a:spcPts val="0"/>
              </a:spcAft>
              <a:buNone/>
            </a:pPr>
            <a:r>
              <a:rPr lang="en-US"/>
              <a:t>Advantages</a:t>
            </a:r>
            <a:endParaRPr/>
          </a:p>
        </p:txBody>
      </p:sp>
      <p:pic>
        <p:nvPicPr>
          <p:cNvPr id="114" name="Google Shape;114;p15"/>
          <p:cNvPicPr preferRelativeResize="0"/>
          <p:nvPr/>
        </p:nvPicPr>
        <p:blipFill rotWithShape="1">
          <a:blip r:embed="rId3">
            <a:alphaModFix/>
          </a:blip>
          <a:srcRect b="0" l="0" r="0" t="0"/>
          <a:stretch/>
        </p:blipFill>
        <p:spPr>
          <a:xfrm>
            <a:off x="649008" y="1633629"/>
            <a:ext cx="10897450" cy="101028"/>
          </a:xfrm>
          <a:prstGeom prst="rect">
            <a:avLst/>
          </a:prstGeom>
          <a:noFill/>
          <a:ln>
            <a:noFill/>
          </a:ln>
        </p:spPr>
      </p:pic>
      <p:sp>
        <p:nvSpPr>
          <p:cNvPr id="115" name="Google Shape;115;p15"/>
          <p:cNvSpPr txBox="1"/>
          <p:nvPr/>
        </p:nvSpPr>
        <p:spPr>
          <a:xfrm>
            <a:off x="649000" y="1948650"/>
            <a:ext cx="10488900" cy="4625100"/>
          </a:xfrm>
          <a:prstGeom prst="rect">
            <a:avLst/>
          </a:prstGeom>
          <a:noFill/>
          <a:ln>
            <a:noFill/>
          </a:ln>
        </p:spPr>
        <p:txBody>
          <a:bodyPr anchorCtr="0" anchor="t" bIns="91425" lIns="91425" spcFirstLastPara="1" rIns="91425" wrap="square" tIns="91425">
            <a:noAutofit/>
          </a:bodyPr>
          <a:lstStyle/>
          <a:p>
            <a:pPr indent="-336550" lvl="0" marL="457200" rtl="0" algn="l">
              <a:lnSpc>
                <a:spcPct val="115000"/>
              </a:lnSpc>
              <a:spcBef>
                <a:spcPts val="1200"/>
              </a:spcBef>
              <a:spcAft>
                <a:spcPts val="0"/>
              </a:spcAft>
              <a:buClr>
                <a:schemeClr val="dk1"/>
              </a:buClr>
              <a:buSzPts val="1700"/>
              <a:buFont typeface="Times New Roman"/>
              <a:buChar char="●"/>
            </a:pPr>
            <a:r>
              <a:rPr lang="en-US" sz="2400">
                <a:solidFill>
                  <a:schemeClr val="dk1"/>
                </a:solidFill>
                <a:latin typeface="Times New Roman"/>
                <a:ea typeface="Times New Roman"/>
                <a:cs typeface="Times New Roman"/>
                <a:sym typeface="Times New Roman"/>
              </a:rPr>
              <a:t>Helps in identifying customers who are likely to leave at an early stage</a:t>
            </a:r>
            <a:endParaRPr sz="2400">
              <a:solidFill>
                <a:schemeClr val="dk1"/>
              </a:solidFill>
              <a:latin typeface="Times New Roman"/>
              <a:ea typeface="Times New Roman"/>
              <a:cs typeface="Times New Roman"/>
              <a:sym typeface="Times New Roman"/>
            </a:endParaRPr>
          </a:p>
          <a:p>
            <a:pPr indent="-336550" lvl="0" marL="457200" rtl="0" algn="l">
              <a:lnSpc>
                <a:spcPct val="115000"/>
              </a:lnSpc>
              <a:spcBef>
                <a:spcPts val="0"/>
              </a:spcBef>
              <a:spcAft>
                <a:spcPts val="0"/>
              </a:spcAft>
              <a:buClr>
                <a:schemeClr val="dk1"/>
              </a:buClr>
              <a:buSzPts val="1700"/>
              <a:buFont typeface="Times New Roman"/>
              <a:buChar char="●"/>
            </a:pPr>
            <a:r>
              <a:rPr lang="en-US" sz="2400">
                <a:solidFill>
                  <a:schemeClr val="dk1"/>
                </a:solidFill>
                <a:latin typeface="Times New Roman"/>
                <a:ea typeface="Times New Roman"/>
                <a:cs typeface="Times New Roman"/>
                <a:sym typeface="Times New Roman"/>
              </a:rPr>
              <a:t>Reduces manual effort and improves decision-making for businesses</a:t>
            </a:r>
            <a:endParaRPr sz="2400">
              <a:solidFill>
                <a:schemeClr val="dk1"/>
              </a:solidFill>
              <a:latin typeface="Times New Roman"/>
              <a:ea typeface="Times New Roman"/>
              <a:cs typeface="Times New Roman"/>
              <a:sym typeface="Times New Roman"/>
            </a:endParaRPr>
          </a:p>
          <a:p>
            <a:pPr indent="-336550" lvl="0" marL="457200" rtl="0" algn="l">
              <a:lnSpc>
                <a:spcPct val="115000"/>
              </a:lnSpc>
              <a:spcBef>
                <a:spcPts val="0"/>
              </a:spcBef>
              <a:spcAft>
                <a:spcPts val="0"/>
              </a:spcAft>
              <a:buClr>
                <a:schemeClr val="dk1"/>
              </a:buClr>
              <a:buSzPts val="1700"/>
              <a:buFont typeface="Times New Roman"/>
              <a:buChar char="●"/>
            </a:pPr>
            <a:r>
              <a:rPr lang="en-US" sz="2400">
                <a:solidFill>
                  <a:schemeClr val="dk1"/>
                </a:solidFill>
                <a:latin typeface="Times New Roman"/>
                <a:ea typeface="Times New Roman"/>
                <a:cs typeface="Times New Roman"/>
                <a:sym typeface="Times New Roman"/>
              </a:rPr>
              <a:t>Data preprocessing improves data quality and model accuracy</a:t>
            </a:r>
            <a:endParaRPr sz="2400">
              <a:solidFill>
                <a:schemeClr val="dk1"/>
              </a:solidFill>
              <a:latin typeface="Times New Roman"/>
              <a:ea typeface="Times New Roman"/>
              <a:cs typeface="Times New Roman"/>
              <a:sym typeface="Times New Roman"/>
            </a:endParaRPr>
          </a:p>
          <a:p>
            <a:pPr indent="-336550" lvl="0" marL="457200" rtl="0" algn="l">
              <a:lnSpc>
                <a:spcPct val="115000"/>
              </a:lnSpc>
              <a:spcBef>
                <a:spcPts val="0"/>
              </a:spcBef>
              <a:spcAft>
                <a:spcPts val="0"/>
              </a:spcAft>
              <a:buClr>
                <a:schemeClr val="dk1"/>
              </a:buClr>
              <a:buSzPts val="1700"/>
              <a:buFont typeface="Times New Roman"/>
              <a:buChar char="●"/>
            </a:pPr>
            <a:r>
              <a:rPr lang="en-US" sz="2400">
                <a:solidFill>
                  <a:schemeClr val="dk1"/>
                </a:solidFill>
                <a:latin typeface="Times New Roman"/>
                <a:ea typeface="Times New Roman"/>
                <a:cs typeface="Times New Roman"/>
                <a:sym typeface="Times New Roman"/>
              </a:rPr>
              <a:t>Machine learning models work well even with large customer data</a:t>
            </a:r>
            <a:endParaRPr sz="2400">
              <a:solidFill>
                <a:schemeClr val="dk1"/>
              </a:solidFill>
              <a:latin typeface="Times New Roman"/>
              <a:ea typeface="Times New Roman"/>
              <a:cs typeface="Times New Roman"/>
              <a:sym typeface="Times New Roman"/>
            </a:endParaRPr>
          </a:p>
          <a:p>
            <a:pPr indent="-336550" lvl="0" marL="457200" rtl="0" algn="l">
              <a:lnSpc>
                <a:spcPct val="115000"/>
              </a:lnSpc>
              <a:spcBef>
                <a:spcPts val="0"/>
              </a:spcBef>
              <a:spcAft>
                <a:spcPts val="0"/>
              </a:spcAft>
              <a:buClr>
                <a:schemeClr val="dk1"/>
              </a:buClr>
              <a:buSzPts val="1700"/>
              <a:buFont typeface="Times New Roman"/>
              <a:buChar char="●"/>
            </a:pPr>
            <a:r>
              <a:rPr lang="en-US" sz="2400">
                <a:solidFill>
                  <a:schemeClr val="dk1"/>
                </a:solidFill>
                <a:latin typeface="Times New Roman"/>
                <a:ea typeface="Times New Roman"/>
                <a:cs typeface="Times New Roman"/>
                <a:sym typeface="Times New Roman"/>
              </a:rPr>
              <a:t>Helps in handling imbalanced data using proper techniques</a:t>
            </a:r>
            <a:endParaRPr sz="2400">
              <a:solidFill>
                <a:schemeClr val="dk1"/>
              </a:solidFill>
              <a:latin typeface="Times New Roman"/>
              <a:ea typeface="Times New Roman"/>
              <a:cs typeface="Times New Roman"/>
              <a:sym typeface="Times New Roman"/>
            </a:endParaRPr>
          </a:p>
          <a:p>
            <a:pPr indent="-336550" lvl="0" marL="457200" rtl="0" algn="l">
              <a:lnSpc>
                <a:spcPct val="115000"/>
              </a:lnSpc>
              <a:spcBef>
                <a:spcPts val="0"/>
              </a:spcBef>
              <a:spcAft>
                <a:spcPts val="0"/>
              </a:spcAft>
              <a:buClr>
                <a:schemeClr val="dk1"/>
              </a:buClr>
              <a:buSzPts val="1700"/>
              <a:buFont typeface="Times New Roman"/>
              <a:buChar char="●"/>
            </a:pPr>
            <a:r>
              <a:rPr lang="en-US" sz="2400">
                <a:solidFill>
                  <a:schemeClr val="dk1"/>
                </a:solidFill>
                <a:latin typeface="Times New Roman"/>
                <a:ea typeface="Times New Roman"/>
                <a:cs typeface="Times New Roman"/>
                <a:sym typeface="Times New Roman"/>
              </a:rPr>
              <a:t>Provides reliable and faster predictions for better business planning </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19" name="Shape 119"/>
        <p:cNvGrpSpPr/>
        <p:nvPr/>
      </p:nvGrpSpPr>
      <p:grpSpPr>
        <a:xfrm>
          <a:off x="0" y="0"/>
          <a:ext cx="0" cy="0"/>
          <a:chOff x="0" y="0"/>
          <a:chExt cx="0" cy="0"/>
        </a:xfrm>
      </p:grpSpPr>
      <p:sp>
        <p:nvSpPr>
          <p:cNvPr descr="$PPTXTitle" id="120" name="Google Shape;120;p16"/>
          <p:cNvSpPr txBox="1"/>
          <p:nvPr>
            <p:ph type="title"/>
          </p:nvPr>
        </p:nvSpPr>
        <p:spPr>
          <a:xfrm>
            <a:off x="743204" y="360629"/>
            <a:ext cx="10705591" cy="1249933"/>
          </a:xfrm>
          <a:prstGeom prst="rect">
            <a:avLst/>
          </a:prstGeom>
          <a:noFill/>
          <a:ln>
            <a:noFill/>
          </a:ln>
        </p:spPr>
        <p:txBody>
          <a:bodyPr anchorCtr="0" anchor="t" bIns="0" lIns="0" spcFirstLastPara="1" rIns="0" wrap="square" tIns="315200">
            <a:spAutoFit/>
          </a:bodyPr>
          <a:lstStyle/>
          <a:p>
            <a:pPr indent="0" lvl="0" marL="186690" rtl="0" algn="l">
              <a:lnSpc>
                <a:spcPct val="100000"/>
              </a:lnSpc>
              <a:spcBef>
                <a:spcPts val="0"/>
              </a:spcBef>
              <a:spcAft>
                <a:spcPts val="0"/>
              </a:spcAft>
              <a:buNone/>
            </a:pPr>
            <a:r>
              <a:rPr lang="en-US"/>
              <a:t>Proposed Methodology</a:t>
            </a:r>
            <a:endParaRPr/>
          </a:p>
        </p:txBody>
      </p:sp>
      <p:pic>
        <p:nvPicPr>
          <p:cNvPr id="121" name="Google Shape;121;p16"/>
          <p:cNvPicPr preferRelativeResize="0"/>
          <p:nvPr/>
        </p:nvPicPr>
        <p:blipFill rotWithShape="1">
          <a:blip r:embed="rId3">
            <a:alphaModFix/>
          </a:blip>
          <a:srcRect b="0" l="0" r="0" t="0"/>
          <a:stretch/>
        </p:blipFill>
        <p:spPr>
          <a:xfrm>
            <a:off x="649008" y="1633629"/>
            <a:ext cx="10897450" cy="101028"/>
          </a:xfrm>
          <a:prstGeom prst="rect">
            <a:avLst/>
          </a:prstGeom>
          <a:noFill/>
          <a:ln>
            <a:noFill/>
          </a:ln>
        </p:spPr>
      </p:pic>
      <p:sp>
        <p:nvSpPr>
          <p:cNvPr id="122" name="Google Shape;122;p16"/>
          <p:cNvSpPr txBox="1"/>
          <p:nvPr/>
        </p:nvSpPr>
        <p:spPr>
          <a:xfrm>
            <a:off x="858325" y="2108150"/>
            <a:ext cx="10656600" cy="4248300"/>
          </a:xfrm>
          <a:prstGeom prst="rect">
            <a:avLst/>
          </a:prstGeom>
          <a:noFill/>
          <a:ln>
            <a:noFill/>
          </a:ln>
        </p:spPr>
        <p:txBody>
          <a:bodyPr anchorCtr="0" anchor="t" bIns="91425" lIns="91425" spcFirstLastPara="1" rIns="91425" wrap="square" tIns="91425">
            <a:noAutofit/>
          </a:bodyPr>
          <a:lstStyle/>
          <a:p>
            <a:pPr indent="-381000" lvl="0" marL="457200" rtl="0" algn="l">
              <a:lnSpc>
                <a:spcPct val="115000"/>
              </a:lnSpc>
              <a:spcBef>
                <a:spcPts val="120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Collect customer data and perform preprocessing to clean the dataset</a:t>
            </a:r>
            <a:endParaRPr sz="2400">
              <a:solidFill>
                <a:schemeClr val="dk1"/>
              </a:solidFill>
              <a:latin typeface="Times New Roman"/>
              <a:ea typeface="Times New Roman"/>
              <a:cs typeface="Times New Roman"/>
              <a:sym typeface="Times New Roman"/>
            </a:endParaRPr>
          </a:p>
          <a:p>
            <a:pPr indent="-381000" lvl="0" marL="457200" rtl="0" algn="l">
              <a:lnSpc>
                <a:spcPct val="115000"/>
              </a:lnSpc>
              <a:spcBef>
                <a:spcPts val="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Convert categorical data, normalize values, and prepare data for training</a:t>
            </a:r>
            <a:endParaRPr sz="2400">
              <a:solidFill>
                <a:schemeClr val="dk1"/>
              </a:solidFill>
              <a:latin typeface="Times New Roman"/>
              <a:ea typeface="Times New Roman"/>
              <a:cs typeface="Times New Roman"/>
              <a:sym typeface="Times New Roman"/>
            </a:endParaRPr>
          </a:p>
          <a:p>
            <a:pPr indent="-381000" lvl="0" marL="457200" rtl="0" algn="l">
              <a:lnSpc>
                <a:spcPct val="115000"/>
              </a:lnSpc>
              <a:spcBef>
                <a:spcPts val="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Apply data analysis to understand patterns and important features</a:t>
            </a:r>
            <a:endParaRPr sz="2400">
              <a:solidFill>
                <a:schemeClr val="dk1"/>
              </a:solidFill>
              <a:latin typeface="Times New Roman"/>
              <a:ea typeface="Times New Roman"/>
              <a:cs typeface="Times New Roman"/>
              <a:sym typeface="Times New Roman"/>
            </a:endParaRPr>
          </a:p>
          <a:p>
            <a:pPr indent="-381000" lvl="0" marL="457200" rtl="0" algn="l">
              <a:lnSpc>
                <a:spcPct val="115000"/>
              </a:lnSpc>
              <a:spcBef>
                <a:spcPts val="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Use machine learning models for learning and prediction</a:t>
            </a:r>
            <a:endParaRPr sz="2400">
              <a:solidFill>
                <a:schemeClr val="dk1"/>
              </a:solidFill>
              <a:latin typeface="Times New Roman"/>
              <a:ea typeface="Times New Roman"/>
              <a:cs typeface="Times New Roman"/>
              <a:sym typeface="Times New Roman"/>
            </a:endParaRPr>
          </a:p>
          <a:p>
            <a:pPr indent="-381000" lvl="0" marL="457200" rtl="0" algn="l">
              <a:lnSpc>
                <a:spcPct val="115000"/>
              </a:lnSpc>
              <a:spcBef>
                <a:spcPts val="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Evaluate different models to choose the best one</a:t>
            </a:r>
            <a:endParaRPr sz="2400">
              <a:solidFill>
                <a:schemeClr val="dk1"/>
              </a:solidFill>
              <a:latin typeface="Times New Roman"/>
              <a:ea typeface="Times New Roman"/>
              <a:cs typeface="Times New Roman"/>
              <a:sym typeface="Times New Roman"/>
            </a:endParaRPr>
          </a:p>
          <a:p>
            <a:pPr indent="-381000" lvl="0" marL="457200" rtl="0" algn="l">
              <a:lnSpc>
                <a:spcPct val="115000"/>
              </a:lnSpc>
              <a:spcBef>
                <a:spcPts val="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Perform binary classification (Churn / No Churn) with optimized training </a:t>
            </a:r>
            <a:endParaRPr sz="2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descr="$PPTXTitle" id="127" name="Google Shape;127;p17"/>
          <p:cNvSpPr txBox="1"/>
          <p:nvPr>
            <p:ph type="title"/>
          </p:nvPr>
        </p:nvSpPr>
        <p:spPr>
          <a:xfrm>
            <a:off x="614273" y="2739897"/>
            <a:ext cx="3755400" cy="1227900"/>
          </a:xfrm>
          <a:prstGeom prst="rect">
            <a:avLst/>
          </a:prstGeom>
          <a:noFill/>
          <a:ln>
            <a:noFill/>
          </a:ln>
        </p:spPr>
        <p:txBody>
          <a:bodyPr anchorCtr="0" anchor="t" bIns="0" lIns="0" spcFirstLastPara="1" rIns="0" wrap="square" tIns="74275">
            <a:spAutoFit/>
          </a:bodyPr>
          <a:lstStyle/>
          <a:p>
            <a:pPr indent="0" lvl="0" marL="12700" marR="5080" rtl="0" algn="l">
              <a:lnSpc>
                <a:spcPct val="108055"/>
              </a:lnSpc>
              <a:spcBef>
                <a:spcPts val="0"/>
              </a:spcBef>
              <a:spcAft>
                <a:spcPts val="0"/>
              </a:spcAft>
              <a:buNone/>
            </a:pPr>
            <a:r>
              <a:rPr lang="en-US" sz="3600"/>
              <a:t>SYSTEM ARCHITECTURE</a:t>
            </a:r>
            <a:endParaRPr sz="3600"/>
          </a:p>
        </p:txBody>
      </p:sp>
      <p:sp>
        <p:nvSpPr>
          <p:cNvPr id="128" name="Google Shape;128;p17"/>
          <p:cNvSpPr txBox="1"/>
          <p:nvPr/>
        </p:nvSpPr>
        <p:spPr>
          <a:xfrm>
            <a:off x="7546350" y="322575"/>
            <a:ext cx="2895600" cy="50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9" name="Google Shape;129;p17"/>
          <p:cNvSpPr txBox="1"/>
          <p:nvPr/>
        </p:nvSpPr>
        <p:spPr>
          <a:xfrm>
            <a:off x="6987550" y="538475"/>
            <a:ext cx="4330500" cy="584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sz="1700">
                <a:solidFill>
                  <a:schemeClr val="dk1"/>
                </a:solidFill>
                <a:latin typeface="Times New Roman"/>
                <a:ea typeface="Times New Roman"/>
                <a:cs typeface="Times New Roman"/>
                <a:sym typeface="Times New Roman"/>
              </a:rPr>
              <a:t>Customer Dataset (churn.csv)</a:t>
            </a:r>
            <a:endParaRPr sz="17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700">
                <a:solidFill>
                  <a:schemeClr val="dk1"/>
                </a:solidFill>
                <a:latin typeface="Times New Roman"/>
                <a:ea typeface="Times New Roman"/>
                <a:cs typeface="Times New Roman"/>
                <a:sym typeface="Times New Roman"/>
              </a:rPr>
              <a:t>        ↓</a:t>
            </a:r>
            <a:endParaRPr sz="17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700">
                <a:solidFill>
                  <a:schemeClr val="dk1"/>
                </a:solidFill>
                <a:latin typeface="Times New Roman"/>
                <a:ea typeface="Times New Roman"/>
                <a:cs typeface="Times New Roman"/>
                <a:sym typeface="Times New Roman"/>
              </a:rPr>
              <a:t>Data Preprocessing (cleaning, encoding categorical data)</a:t>
            </a:r>
            <a:endParaRPr sz="17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700">
                <a:solidFill>
                  <a:schemeClr val="dk1"/>
                </a:solidFill>
                <a:latin typeface="Times New Roman"/>
                <a:ea typeface="Times New Roman"/>
                <a:cs typeface="Times New Roman"/>
                <a:sym typeface="Times New Roman"/>
              </a:rPr>
              <a:t>        ↓</a:t>
            </a:r>
            <a:endParaRPr sz="17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700">
                <a:solidFill>
                  <a:schemeClr val="dk1"/>
                </a:solidFill>
                <a:latin typeface="Times New Roman"/>
                <a:ea typeface="Times New Roman"/>
                <a:cs typeface="Times New Roman"/>
                <a:sym typeface="Times New Roman"/>
              </a:rPr>
              <a:t>Feature Selection (tenure, charges, contract, services)</a:t>
            </a:r>
            <a:endParaRPr sz="17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700">
                <a:solidFill>
                  <a:schemeClr val="dk1"/>
                </a:solidFill>
                <a:latin typeface="Times New Roman"/>
                <a:ea typeface="Times New Roman"/>
                <a:cs typeface="Times New Roman"/>
                <a:sym typeface="Times New Roman"/>
              </a:rPr>
              <a:t>        ↓</a:t>
            </a:r>
            <a:endParaRPr sz="17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700">
                <a:solidFill>
                  <a:schemeClr val="dk1"/>
                </a:solidFill>
                <a:latin typeface="Times New Roman"/>
                <a:ea typeface="Times New Roman"/>
                <a:cs typeface="Times New Roman"/>
                <a:sym typeface="Times New Roman"/>
              </a:rPr>
              <a:t>Data Splitting (train / test)</a:t>
            </a:r>
            <a:endParaRPr sz="17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700">
                <a:solidFill>
                  <a:schemeClr val="dk1"/>
                </a:solidFill>
                <a:latin typeface="Times New Roman"/>
                <a:ea typeface="Times New Roman"/>
                <a:cs typeface="Times New Roman"/>
                <a:sym typeface="Times New Roman"/>
              </a:rPr>
              <a:t>        ↓</a:t>
            </a:r>
            <a:endParaRPr sz="17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700">
                <a:solidFill>
                  <a:schemeClr val="dk1"/>
                </a:solidFill>
                <a:latin typeface="Times New Roman"/>
                <a:ea typeface="Times New Roman"/>
                <a:cs typeface="Times New Roman"/>
                <a:sym typeface="Times New Roman"/>
              </a:rPr>
              <a:t>Model Training (XGBoost)</a:t>
            </a:r>
            <a:endParaRPr sz="17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700">
                <a:solidFill>
                  <a:schemeClr val="dk1"/>
                </a:solidFill>
                <a:latin typeface="Times New Roman"/>
                <a:ea typeface="Times New Roman"/>
                <a:cs typeface="Times New Roman"/>
                <a:sym typeface="Times New Roman"/>
              </a:rPr>
              <a:t>        ↓</a:t>
            </a:r>
            <a:endParaRPr sz="17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700">
                <a:solidFill>
                  <a:schemeClr val="dk1"/>
                </a:solidFill>
                <a:latin typeface="Times New Roman"/>
                <a:ea typeface="Times New Roman"/>
                <a:cs typeface="Times New Roman"/>
                <a:sym typeface="Times New Roman"/>
              </a:rPr>
              <a:t>Model Saving (model.pkl)</a:t>
            </a:r>
            <a:endParaRPr sz="17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700">
                <a:solidFill>
                  <a:schemeClr val="dk1"/>
                </a:solidFill>
                <a:latin typeface="Times New Roman"/>
                <a:ea typeface="Times New Roman"/>
                <a:cs typeface="Times New Roman"/>
                <a:sym typeface="Times New Roman"/>
              </a:rPr>
              <a:t>        ↓</a:t>
            </a:r>
            <a:endParaRPr sz="17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700">
                <a:solidFill>
                  <a:schemeClr val="dk1"/>
                </a:solidFill>
                <a:latin typeface="Times New Roman"/>
                <a:ea typeface="Times New Roman"/>
                <a:cs typeface="Times New Roman"/>
                <a:sym typeface="Times New Roman"/>
              </a:rPr>
              <a:t>Streamlit Web Application (app.py)</a:t>
            </a:r>
            <a:endParaRPr sz="17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700">
                <a:solidFill>
                  <a:schemeClr val="dk1"/>
                </a:solidFill>
                <a:latin typeface="Times New Roman"/>
                <a:ea typeface="Times New Roman"/>
                <a:cs typeface="Times New Roman"/>
                <a:sym typeface="Times New Roman"/>
              </a:rPr>
              <a:t>        ↓</a:t>
            </a:r>
            <a:endParaRPr sz="17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700">
                <a:solidFill>
                  <a:schemeClr val="dk1"/>
                </a:solidFill>
                <a:latin typeface="Times New Roman"/>
                <a:ea typeface="Times New Roman"/>
                <a:cs typeface="Times New Roman"/>
                <a:sym typeface="Times New Roman"/>
              </a:rPr>
              <a:t>User Input (customer details)</a:t>
            </a:r>
            <a:endParaRPr sz="17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700">
                <a:solidFill>
                  <a:schemeClr val="dk1"/>
                </a:solidFill>
                <a:latin typeface="Times New Roman"/>
                <a:ea typeface="Times New Roman"/>
                <a:cs typeface="Times New Roman"/>
                <a:sym typeface="Times New Roman"/>
              </a:rPr>
              <a:t>        ↓</a:t>
            </a:r>
            <a:endParaRPr sz="17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700">
                <a:solidFill>
                  <a:schemeClr val="dk1"/>
                </a:solidFill>
                <a:latin typeface="Times New Roman"/>
                <a:ea typeface="Times New Roman"/>
                <a:cs typeface="Times New Roman"/>
                <a:sym typeface="Times New Roman"/>
              </a:rPr>
              <a:t>Input Preprocessing (same steps as training)</a:t>
            </a:r>
            <a:endParaRPr sz="17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700">
                <a:solidFill>
                  <a:schemeClr val="dk1"/>
                </a:solidFill>
                <a:latin typeface="Times New Roman"/>
                <a:ea typeface="Times New Roman"/>
                <a:cs typeface="Times New Roman"/>
                <a:sym typeface="Times New Roman"/>
              </a:rPr>
              <a:t>        ↓</a:t>
            </a:r>
            <a:endParaRPr sz="17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700">
                <a:solidFill>
                  <a:schemeClr val="dk1"/>
                </a:solidFill>
                <a:latin typeface="Times New Roman"/>
                <a:ea typeface="Times New Roman"/>
                <a:cs typeface="Times New Roman"/>
                <a:sym typeface="Times New Roman"/>
              </a:rPr>
              <a:t>Churn Prediction (ML Model)</a:t>
            </a:r>
            <a:endParaRPr sz="17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700">
                <a:solidFill>
                  <a:schemeClr val="dk1"/>
                </a:solidFill>
                <a:latin typeface="Times New Roman"/>
                <a:ea typeface="Times New Roman"/>
                <a:cs typeface="Times New Roman"/>
                <a:sym typeface="Times New Roman"/>
              </a:rPr>
              <a:t>        ↓</a:t>
            </a:r>
            <a:endParaRPr sz="17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700">
                <a:solidFill>
                  <a:schemeClr val="dk1"/>
                </a:solidFill>
                <a:latin typeface="Times New Roman"/>
                <a:ea typeface="Times New Roman"/>
                <a:cs typeface="Times New Roman"/>
                <a:sym typeface="Times New Roman"/>
              </a:rPr>
              <a:t>Churn / No Churn Output</a:t>
            </a:r>
            <a:endParaRPr sz="17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700">
              <a:solidFill>
                <a:schemeClr val="dk1"/>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33" name="Shape 133"/>
        <p:cNvGrpSpPr/>
        <p:nvPr/>
      </p:nvGrpSpPr>
      <p:grpSpPr>
        <a:xfrm>
          <a:off x="0" y="0"/>
          <a:ext cx="0" cy="0"/>
          <a:chOff x="0" y="0"/>
          <a:chExt cx="0" cy="0"/>
        </a:xfrm>
      </p:grpSpPr>
      <p:sp>
        <p:nvSpPr>
          <p:cNvPr descr="$PPTXTitle" id="134" name="Google Shape;134;p18"/>
          <p:cNvSpPr txBox="1"/>
          <p:nvPr>
            <p:ph type="title"/>
          </p:nvPr>
        </p:nvSpPr>
        <p:spPr>
          <a:xfrm>
            <a:off x="743200" y="220975"/>
            <a:ext cx="10705500" cy="933900"/>
          </a:xfrm>
          <a:prstGeom prst="rect">
            <a:avLst/>
          </a:prstGeom>
          <a:noFill/>
          <a:ln>
            <a:noFill/>
          </a:ln>
        </p:spPr>
        <p:txBody>
          <a:bodyPr anchorCtr="0" anchor="t" bIns="0" lIns="0" spcFirstLastPara="1" rIns="0" wrap="square" tIns="315200">
            <a:spAutoFit/>
          </a:bodyPr>
          <a:lstStyle/>
          <a:p>
            <a:pPr indent="0" lvl="0" marL="186690" rtl="0" algn="l">
              <a:lnSpc>
                <a:spcPct val="100000"/>
              </a:lnSpc>
              <a:spcBef>
                <a:spcPts val="0"/>
              </a:spcBef>
              <a:spcAft>
                <a:spcPts val="0"/>
              </a:spcAft>
              <a:buNone/>
            </a:pPr>
            <a:r>
              <a:rPr lang="en-US"/>
              <a:t>Algorithms</a:t>
            </a:r>
            <a:endParaRPr/>
          </a:p>
        </p:txBody>
      </p:sp>
      <p:pic>
        <p:nvPicPr>
          <p:cNvPr id="135" name="Google Shape;135;p18"/>
          <p:cNvPicPr preferRelativeResize="0"/>
          <p:nvPr/>
        </p:nvPicPr>
        <p:blipFill rotWithShape="1">
          <a:blip r:embed="rId3">
            <a:alphaModFix/>
          </a:blip>
          <a:srcRect b="0" l="0" r="0" t="0"/>
          <a:stretch/>
        </p:blipFill>
        <p:spPr>
          <a:xfrm>
            <a:off x="649008" y="1633629"/>
            <a:ext cx="10897450" cy="101028"/>
          </a:xfrm>
          <a:prstGeom prst="rect">
            <a:avLst/>
          </a:prstGeom>
          <a:noFill/>
          <a:ln>
            <a:noFill/>
          </a:ln>
        </p:spPr>
      </p:pic>
      <p:sp>
        <p:nvSpPr>
          <p:cNvPr id="136" name="Google Shape;136;p18"/>
          <p:cNvSpPr txBox="1"/>
          <p:nvPr/>
        </p:nvSpPr>
        <p:spPr>
          <a:xfrm>
            <a:off x="472450" y="1795775"/>
            <a:ext cx="11103600" cy="4610400"/>
          </a:xfrm>
          <a:prstGeom prst="rect">
            <a:avLst/>
          </a:prstGeom>
          <a:noFill/>
          <a:ln>
            <a:noFill/>
          </a:ln>
        </p:spPr>
        <p:txBody>
          <a:bodyPr anchorCtr="0" anchor="t" bIns="91425" lIns="91425" spcFirstLastPara="1" rIns="91425" wrap="square" tIns="91425">
            <a:noAutofit/>
          </a:bodyPr>
          <a:lstStyle/>
          <a:p>
            <a:pPr indent="-381000" lvl="0" marL="457200" rtl="0" algn="l">
              <a:lnSpc>
                <a:spcPct val="115000"/>
              </a:lnSpc>
              <a:spcBef>
                <a:spcPts val="1200"/>
              </a:spcBef>
              <a:spcAft>
                <a:spcPts val="0"/>
              </a:spcAft>
              <a:buClr>
                <a:schemeClr val="dk1"/>
              </a:buClr>
              <a:buSzPts val="2400"/>
              <a:buChar char="●"/>
            </a:pPr>
            <a:r>
              <a:rPr b="1" lang="en-US" sz="2400">
                <a:solidFill>
                  <a:schemeClr val="dk1"/>
                </a:solidFill>
                <a:latin typeface="Times New Roman"/>
                <a:ea typeface="Times New Roman"/>
                <a:cs typeface="Times New Roman"/>
                <a:sym typeface="Times New Roman"/>
              </a:rPr>
              <a:t>XGBoost Algorithm</a:t>
            </a:r>
            <a:r>
              <a:rPr lang="en-US" sz="2400">
                <a:solidFill>
                  <a:schemeClr val="dk1"/>
                </a:solidFill>
                <a:latin typeface="Times New Roman"/>
                <a:ea typeface="Times New Roman"/>
                <a:cs typeface="Times New Roman"/>
                <a:sym typeface="Times New Roman"/>
              </a:rPr>
              <a:t> – Used to make accurate churn predictions by combining multiple decision trees</a:t>
            </a:r>
            <a:endParaRPr sz="2400">
              <a:solidFill>
                <a:schemeClr val="dk1"/>
              </a:solidFill>
              <a:latin typeface="Times New Roman"/>
              <a:ea typeface="Times New Roman"/>
              <a:cs typeface="Times New Roman"/>
              <a:sym typeface="Times New Roman"/>
            </a:endParaRPr>
          </a:p>
          <a:p>
            <a:pPr indent="-381000" lvl="0" marL="457200" rtl="0" algn="l">
              <a:lnSpc>
                <a:spcPct val="115000"/>
              </a:lnSpc>
              <a:spcBef>
                <a:spcPts val="0"/>
              </a:spcBef>
              <a:spcAft>
                <a:spcPts val="0"/>
              </a:spcAft>
              <a:buClr>
                <a:schemeClr val="dk1"/>
              </a:buClr>
              <a:buSzPts val="2400"/>
              <a:buChar char="●"/>
            </a:pPr>
            <a:r>
              <a:rPr b="1" lang="en-US" sz="2400">
                <a:solidFill>
                  <a:schemeClr val="dk1"/>
                </a:solidFill>
                <a:latin typeface="Times New Roman"/>
                <a:ea typeface="Times New Roman"/>
                <a:cs typeface="Times New Roman"/>
                <a:sym typeface="Times New Roman"/>
              </a:rPr>
              <a:t>Feature Selection Algorithm</a:t>
            </a:r>
            <a:r>
              <a:rPr lang="en-US" sz="2400">
                <a:solidFill>
                  <a:schemeClr val="dk1"/>
                </a:solidFill>
                <a:latin typeface="Times New Roman"/>
                <a:ea typeface="Times New Roman"/>
                <a:cs typeface="Times New Roman"/>
                <a:sym typeface="Times New Roman"/>
              </a:rPr>
              <a:t> – Helps in choosing important factors like tenure, charges, and services</a:t>
            </a:r>
            <a:endParaRPr sz="2400">
              <a:solidFill>
                <a:schemeClr val="dk1"/>
              </a:solidFill>
              <a:latin typeface="Times New Roman"/>
              <a:ea typeface="Times New Roman"/>
              <a:cs typeface="Times New Roman"/>
              <a:sym typeface="Times New Roman"/>
            </a:endParaRPr>
          </a:p>
          <a:p>
            <a:pPr indent="-381000" lvl="0" marL="457200" rtl="0" algn="l">
              <a:lnSpc>
                <a:spcPct val="115000"/>
              </a:lnSpc>
              <a:spcBef>
                <a:spcPts val="0"/>
              </a:spcBef>
              <a:spcAft>
                <a:spcPts val="0"/>
              </a:spcAft>
              <a:buClr>
                <a:schemeClr val="dk1"/>
              </a:buClr>
              <a:buSzPts val="2400"/>
              <a:buChar char="●"/>
            </a:pPr>
            <a:r>
              <a:rPr b="1" lang="en-US" sz="2400">
                <a:solidFill>
                  <a:schemeClr val="dk1"/>
                </a:solidFill>
                <a:latin typeface="Times New Roman"/>
                <a:ea typeface="Times New Roman"/>
                <a:cs typeface="Times New Roman"/>
                <a:sym typeface="Times New Roman"/>
              </a:rPr>
              <a:t>Data Preprocessing Techniques</a:t>
            </a:r>
            <a:r>
              <a:rPr lang="en-US" sz="2400">
                <a:solidFill>
                  <a:schemeClr val="dk1"/>
                </a:solidFill>
                <a:latin typeface="Times New Roman"/>
                <a:ea typeface="Times New Roman"/>
                <a:cs typeface="Times New Roman"/>
                <a:sym typeface="Times New Roman"/>
              </a:rPr>
              <a:t> – Cleaning the data and converting categorical values into usable form</a:t>
            </a:r>
            <a:endParaRPr sz="2400">
              <a:solidFill>
                <a:schemeClr val="dk1"/>
              </a:solidFill>
              <a:latin typeface="Times New Roman"/>
              <a:ea typeface="Times New Roman"/>
              <a:cs typeface="Times New Roman"/>
              <a:sym typeface="Times New Roman"/>
            </a:endParaRPr>
          </a:p>
          <a:p>
            <a:pPr indent="-381000" lvl="0" marL="457200" rtl="0" algn="l">
              <a:lnSpc>
                <a:spcPct val="115000"/>
              </a:lnSpc>
              <a:spcBef>
                <a:spcPts val="0"/>
              </a:spcBef>
              <a:spcAft>
                <a:spcPts val="0"/>
              </a:spcAft>
              <a:buClr>
                <a:schemeClr val="dk1"/>
              </a:buClr>
              <a:buSzPts val="2400"/>
              <a:buChar char="●"/>
            </a:pPr>
            <a:r>
              <a:rPr b="1" lang="en-US" sz="2400">
                <a:solidFill>
                  <a:schemeClr val="dk1"/>
                </a:solidFill>
                <a:latin typeface="Times New Roman"/>
                <a:ea typeface="Times New Roman"/>
                <a:cs typeface="Times New Roman"/>
                <a:sym typeface="Times New Roman"/>
              </a:rPr>
              <a:t>Train-Test Splitting Method</a:t>
            </a:r>
            <a:r>
              <a:rPr lang="en-US" sz="2400">
                <a:solidFill>
                  <a:schemeClr val="dk1"/>
                </a:solidFill>
                <a:latin typeface="Times New Roman"/>
                <a:ea typeface="Times New Roman"/>
                <a:cs typeface="Times New Roman"/>
                <a:sym typeface="Times New Roman"/>
              </a:rPr>
              <a:t> – Dividing data to properly train and evaluate the model</a:t>
            </a:r>
            <a:endParaRPr sz="2400">
              <a:solidFill>
                <a:schemeClr val="dk1"/>
              </a:solidFill>
              <a:latin typeface="Times New Roman"/>
              <a:ea typeface="Times New Roman"/>
              <a:cs typeface="Times New Roman"/>
              <a:sym typeface="Times New Roman"/>
            </a:endParaRPr>
          </a:p>
          <a:p>
            <a:pPr indent="-381000" lvl="0" marL="457200" rtl="0" algn="l">
              <a:lnSpc>
                <a:spcPct val="115000"/>
              </a:lnSpc>
              <a:spcBef>
                <a:spcPts val="0"/>
              </a:spcBef>
              <a:spcAft>
                <a:spcPts val="0"/>
              </a:spcAft>
              <a:buClr>
                <a:schemeClr val="dk1"/>
              </a:buClr>
              <a:buSzPts val="2400"/>
              <a:buChar char="●"/>
            </a:pPr>
            <a:r>
              <a:rPr b="1" lang="en-US" sz="2400">
                <a:solidFill>
                  <a:schemeClr val="dk1"/>
                </a:solidFill>
                <a:latin typeface="Times New Roman"/>
                <a:ea typeface="Times New Roman"/>
                <a:cs typeface="Times New Roman"/>
                <a:sym typeface="Times New Roman"/>
              </a:rPr>
              <a:t>Encoding Algorithm</a:t>
            </a:r>
            <a:r>
              <a:rPr lang="en-US" sz="2400">
                <a:solidFill>
                  <a:schemeClr val="dk1"/>
                </a:solidFill>
                <a:latin typeface="Times New Roman"/>
                <a:ea typeface="Times New Roman"/>
                <a:cs typeface="Times New Roman"/>
                <a:sym typeface="Times New Roman"/>
              </a:rPr>
              <a:t> – Transforming categorical data into numerical format</a:t>
            </a:r>
            <a:endParaRPr sz="2400">
              <a:solidFill>
                <a:schemeClr val="dk1"/>
              </a:solidFill>
              <a:latin typeface="Times New Roman"/>
              <a:ea typeface="Times New Roman"/>
              <a:cs typeface="Times New Roman"/>
              <a:sym typeface="Times New Roman"/>
            </a:endParaRPr>
          </a:p>
          <a:p>
            <a:pPr indent="-381000" lvl="0" marL="457200" rtl="0" algn="l">
              <a:lnSpc>
                <a:spcPct val="115000"/>
              </a:lnSpc>
              <a:spcBef>
                <a:spcPts val="0"/>
              </a:spcBef>
              <a:spcAft>
                <a:spcPts val="0"/>
              </a:spcAft>
              <a:buClr>
                <a:schemeClr val="dk1"/>
              </a:buClr>
              <a:buSzPts val="2400"/>
              <a:buChar char="●"/>
            </a:pPr>
            <a:r>
              <a:rPr b="1" lang="en-US" sz="2400">
                <a:solidFill>
                  <a:schemeClr val="dk1"/>
                </a:solidFill>
                <a:latin typeface="Times New Roman"/>
                <a:ea typeface="Times New Roman"/>
                <a:cs typeface="Times New Roman"/>
                <a:sym typeface="Times New Roman"/>
              </a:rPr>
              <a:t>Scaling Technique</a:t>
            </a:r>
            <a:r>
              <a:rPr lang="en-US" sz="2400">
                <a:solidFill>
                  <a:schemeClr val="dk1"/>
                </a:solidFill>
                <a:latin typeface="Times New Roman"/>
                <a:ea typeface="Times New Roman"/>
                <a:cs typeface="Times New Roman"/>
                <a:sym typeface="Times New Roman"/>
              </a:rPr>
              <a:t> – Normalizing data to improve model performance</a:t>
            </a:r>
            <a:endParaRPr sz="2400">
              <a:solidFill>
                <a:schemeClr val="dk1"/>
              </a:solidFill>
              <a:latin typeface="Times New Roman"/>
              <a:ea typeface="Times New Roman"/>
              <a:cs typeface="Times New Roman"/>
              <a:sym typeface="Times New Roman"/>
            </a:endParaRPr>
          </a:p>
          <a:p>
            <a:pPr indent="-381000" lvl="0" marL="457200" rtl="0" algn="l">
              <a:lnSpc>
                <a:spcPct val="115000"/>
              </a:lnSpc>
              <a:spcBef>
                <a:spcPts val="0"/>
              </a:spcBef>
              <a:spcAft>
                <a:spcPts val="0"/>
              </a:spcAft>
              <a:buClr>
                <a:schemeClr val="dk1"/>
              </a:buClr>
              <a:buSzPts val="2400"/>
              <a:buChar char="●"/>
            </a:pPr>
            <a:r>
              <a:rPr b="1" lang="en-US" sz="2400">
                <a:solidFill>
                  <a:schemeClr val="dk1"/>
                </a:solidFill>
                <a:latin typeface="Times New Roman"/>
                <a:ea typeface="Times New Roman"/>
                <a:cs typeface="Times New Roman"/>
                <a:sym typeface="Times New Roman"/>
              </a:rPr>
              <a:t>Binary Classification Approach</a:t>
            </a:r>
            <a:r>
              <a:rPr lang="en-US" sz="2400">
                <a:solidFill>
                  <a:schemeClr val="dk1"/>
                </a:solidFill>
                <a:latin typeface="Times New Roman"/>
                <a:ea typeface="Times New Roman"/>
                <a:cs typeface="Times New Roman"/>
                <a:sym typeface="Times New Roman"/>
              </a:rPr>
              <a:t> – Classifying customers into churn or no churn </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40" name="Shape 140"/>
        <p:cNvGrpSpPr/>
        <p:nvPr/>
      </p:nvGrpSpPr>
      <p:grpSpPr>
        <a:xfrm>
          <a:off x="0" y="0"/>
          <a:ext cx="0" cy="0"/>
          <a:chOff x="0" y="0"/>
          <a:chExt cx="0" cy="0"/>
        </a:xfrm>
      </p:grpSpPr>
      <p:pic>
        <p:nvPicPr>
          <p:cNvPr id="141" name="Google Shape;141;p19"/>
          <p:cNvPicPr preferRelativeResize="0"/>
          <p:nvPr/>
        </p:nvPicPr>
        <p:blipFill rotWithShape="1">
          <a:blip r:embed="rId3">
            <a:alphaModFix/>
          </a:blip>
          <a:srcRect b="0" l="0" r="0" t="0"/>
          <a:stretch/>
        </p:blipFill>
        <p:spPr>
          <a:xfrm>
            <a:off x="597192" y="1401981"/>
            <a:ext cx="10897450" cy="101028"/>
          </a:xfrm>
          <a:prstGeom prst="rect">
            <a:avLst/>
          </a:prstGeom>
          <a:noFill/>
          <a:ln>
            <a:noFill/>
          </a:ln>
        </p:spPr>
      </p:pic>
      <p:sp>
        <p:nvSpPr>
          <p:cNvPr descr="$PPTXTitle" id="142" name="Google Shape;142;p19"/>
          <p:cNvSpPr txBox="1"/>
          <p:nvPr>
            <p:ph type="title"/>
          </p:nvPr>
        </p:nvSpPr>
        <p:spPr>
          <a:xfrm>
            <a:off x="743204" y="360629"/>
            <a:ext cx="10705591" cy="1249933"/>
          </a:xfrm>
          <a:prstGeom prst="rect">
            <a:avLst/>
          </a:prstGeom>
          <a:noFill/>
          <a:ln>
            <a:noFill/>
          </a:ln>
        </p:spPr>
        <p:txBody>
          <a:bodyPr anchorCtr="0" anchor="t" bIns="0" lIns="0" spcFirstLastPara="1" rIns="0" wrap="square" tIns="223675">
            <a:spAutoFit/>
          </a:bodyPr>
          <a:lstStyle/>
          <a:p>
            <a:pPr indent="0" lvl="0" marL="12700" rtl="0" algn="l">
              <a:lnSpc>
                <a:spcPct val="100000"/>
              </a:lnSpc>
              <a:spcBef>
                <a:spcPts val="0"/>
              </a:spcBef>
              <a:spcAft>
                <a:spcPts val="0"/>
              </a:spcAft>
              <a:buNone/>
            </a:pPr>
            <a:r>
              <a:rPr lang="en-US"/>
              <a:t>Results</a:t>
            </a:r>
            <a:endParaRPr/>
          </a:p>
        </p:txBody>
      </p:sp>
      <p:graphicFrame>
        <p:nvGraphicFramePr>
          <p:cNvPr id="143" name="Google Shape;143;p19"/>
          <p:cNvGraphicFramePr/>
          <p:nvPr/>
        </p:nvGraphicFramePr>
        <p:xfrm>
          <a:off x="902425" y="2217525"/>
          <a:ext cx="3000000" cy="3000000"/>
        </p:xfrm>
        <a:graphic>
          <a:graphicData uri="http://schemas.openxmlformats.org/drawingml/2006/table">
            <a:tbl>
              <a:tblPr>
                <a:noFill/>
                <a:tableStyleId>{2F724F8E-A131-4A1C-901B-500D895947CB}</a:tableStyleId>
              </a:tblPr>
              <a:tblGrid>
                <a:gridCol w="3429000"/>
                <a:gridCol w="3429000"/>
                <a:gridCol w="3429000"/>
              </a:tblGrid>
              <a:tr h="757975">
                <a:tc>
                  <a:txBody>
                    <a:bodyPr/>
                    <a:lstStyle/>
                    <a:p>
                      <a:pPr indent="0" lvl="0" marL="0" rtl="0" algn="l">
                        <a:spcBef>
                          <a:spcPts val="0"/>
                        </a:spcBef>
                        <a:spcAft>
                          <a:spcPts val="0"/>
                        </a:spcAft>
                        <a:buNone/>
                      </a:pPr>
                      <a:r>
                        <a:rPr b="1" lang="en-US" sz="2400">
                          <a:latin typeface="Times New Roman"/>
                          <a:ea typeface="Times New Roman"/>
                          <a:cs typeface="Times New Roman"/>
                          <a:sym typeface="Times New Roman"/>
                        </a:rPr>
                        <a:t>Algorithms</a:t>
                      </a:r>
                      <a:endParaRPr b="1" sz="24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b="1" lang="en-US" sz="2400">
                          <a:latin typeface="Times New Roman"/>
                          <a:ea typeface="Times New Roman"/>
                          <a:cs typeface="Times New Roman"/>
                          <a:sym typeface="Times New Roman"/>
                        </a:rPr>
                        <a:t>Training Accuracy</a:t>
                      </a:r>
                      <a:endParaRPr b="1" sz="24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b="1" lang="en-US" sz="2400">
                          <a:latin typeface="Times New Roman"/>
                          <a:ea typeface="Times New Roman"/>
                          <a:cs typeface="Times New Roman"/>
                          <a:sym typeface="Times New Roman"/>
                        </a:rPr>
                        <a:t>Testing Accuracy</a:t>
                      </a:r>
                      <a:endParaRPr b="1" sz="2400">
                        <a:latin typeface="Times New Roman"/>
                        <a:ea typeface="Times New Roman"/>
                        <a:cs typeface="Times New Roman"/>
                        <a:sym typeface="Times New Roman"/>
                      </a:endParaRPr>
                    </a:p>
                  </a:txBody>
                  <a:tcPr marT="91425" marB="91425" marR="91425" marL="91425"/>
                </a:tc>
              </a:tr>
              <a:tr h="757975">
                <a:tc>
                  <a:txBody>
                    <a:bodyPr/>
                    <a:lstStyle/>
                    <a:p>
                      <a:pPr indent="0" lvl="0" marL="0" rtl="0" algn="l">
                        <a:spcBef>
                          <a:spcPts val="0"/>
                        </a:spcBef>
                        <a:spcAft>
                          <a:spcPts val="0"/>
                        </a:spcAft>
                        <a:buNone/>
                      </a:pPr>
                      <a:r>
                        <a:rPr lang="en-US" sz="2400">
                          <a:solidFill>
                            <a:schemeClr val="dk1"/>
                          </a:solidFill>
                          <a:latin typeface="Times New Roman"/>
                          <a:ea typeface="Times New Roman"/>
                          <a:cs typeface="Times New Roman"/>
                          <a:sym typeface="Times New Roman"/>
                        </a:rPr>
                        <a:t>Logistic Regression </a:t>
                      </a:r>
                      <a:endParaRPr sz="24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sz="2400">
                          <a:solidFill>
                            <a:schemeClr val="dk1"/>
                          </a:solidFill>
                          <a:latin typeface="Times New Roman"/>
                          <a:ea typeface="Times New Roman"/>
                          <a:cs typeface="Times New Roman"/>
                          <a:sym typeface="Times New Roman"/>
                        </a:rPr>
                        <a:t>79.8%</a:t>
                      </a:r>
                      <a:endParaRPr sz="24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sz="2400">
                          <a:solidFill>
                            <a:schemeClr val="dk1"/>
                          </a:solidFill>
                          <a:latin typeface="Times New Roman"/>
                          <a:ea typeface="Times New Roman"/>
                          <a:cs typeface="Times New Roman"/>
                          <a:sym typeface="Times New Roman"/>
                        </a:rPr>
                        <a:t>79.86%</a:t>
                      </a:r>
                      <a:endParaRPr sz="2400">
                        <a:latin typeface="Times New Roman"/>
                        <a:ea typeface="Times New Roman"/>
                        <a:cs typeface="Times New Roman"/>
                        <a:sym typeface="Times New Roman"/>
                      </a:endParaRPr>
                    </a:p>
                  </a:txBody>
                  <a:tcPr marT="91425" marB="91425" marR="91425" marL="91425"/>
                </a:tc>
              </a:tr>
              <a:tr h="757975">
                <a:tc>
                  <a:txBody>
                    <a:bodyPr/>
                    <a:lstStyle/>
                    <a:p>
                      <a:pPr indent="0" lvl="0" marL="0" rtl="0" algn="l">
                        <a:spcBef>
                          <a:spcPts val="0"/>
                        </a:spcBef>
                        <a:spcAft>
                          <a:spcPts val="0"/>
                        </a:spcAft>
                        <a:buNone/>
                      </a:pPr>
                      <a:r>
                        <a:rPr lang="en-US" sz="2400">
                          <a:solidFill>
                            <a:schemeClr val="dk1"/>
                          </a:solidFill>
                          <a:latin typeface="Times New Roman"/>
                          <a:ea typeface="Times New Roman"/>
                          <a:cs typeface="Times New Roman"/>
                          <a:sym typeface="Times New Roman"/>
                        </a:rPr>
                        <a:t>Random Forest</a:t>
                      </a:r>
                      <a:endParaRPr sz="24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sz="2400">
                          <a:solidFill>
                            <a:schemeClr val="dk1"/>
                          </a:solidFill>
                          <a:latin typeface="Times New Roman"/>
                          <a:ea typeface="Times New Roman"/>
                          <a:cs typeface="Times New Roman"/>
                          <a:sym typeface="Times New Roman"/>
                        </a:rPr>
                        <a:t>78.45%</a:t>
                      </a:r>
                      <a:endParaRPr sz="24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sz="2400">
                          <a:solidFill>
                            <a:schemeClr val="dk1"/>
                          </a:solidFill>
                          <a:latin typeface="Times New Roman"/>
                          <a:ea typeface="Times New Roman"/>
                          <a:cs typeface="Times New Roman"/>
                          <a:sym typeface="Times New Roman"/>
                        </a:rPr>
                        <a:t>77.46%</a:t>
                      </a:r>
                      <a:endParaRPr sz="2400">
                        <a:latin typeface="Times New Roman"/>
                        <a:ea typeface="Times New Roman"/>
                        <a:cs typeface="Times New Roman"/>
                        <a:sym typeface="Times New Roman"/>
                      </a:endParaRPr>
                    </a:p>
                  </a:txBody>
                  <a:tcPr marT="91425" marB="91425" marR="91425" marL="91425"/>
                </a:tc>
              </a:tr>
              <a:tr h="757975">
                <a:tc>
                  <a:txBody>
                    <a:bodyPr/>
                    <a:lstStyle/>
                    <a:p>
                      <a:pPr indent="0" lvl="0" marL="0" rtl="0" algn="l">
                        <a:spcBef>
                          <a:spcPts val="0"/>
                        </a:spcBef>
                        <a:spcAft>
                          <a:spcPts val="0"/>
                        </a:spcAft>
                        <a:buNone/>
                      </a:pPr>
                      <a:r>
                        <a:rPr lang="en-US" sz="2400">
                          <a:solidFill>
                            <a:schemeClr val="dk1"/>
                          </a:solidFill>
                          <a:latin typeface="Times New Roman"/>
                          <a:ea typeface="Times New Roman"/>
                          <a:cs typeface="Times New Roman"/>
                          <a:sym typeface="Times New Roman"/>
                        </a:rPr>
                        <a:t>XGBoost </a:t>
                      </a:r>
                      <a:endParaRPr sz="24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sz="2400">
                          <a:solidFill>
                            <a:schemeClr val="dk1"/>
                          </a:solidFill>
                          <a:latin typeface="Times New Roman"/>
                          <a:ea typeface="Times New Roman"/>
                          <a:cs typeface="Times New Roman"/>
                          <a:sym typeface="Times New Roman"/>
                        </a:rPr>
                        <a:t>84.56%</a:t>
                      </a:r>
                      <a:endParaRPr sz="24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sz="2400">
                          <a:solidFill>
                            <a:schemeClr val="dk1"/>
                          </a:solidFill>
                          <a:latin typeface="Times New Roman"/>
                          <a:ea typeface="Times New Roman"/>
                          <a:cs typeface="Times New Roman"/>
                          <a:sym typeface="Times New Roman"/>
                        </a:rPr>
                        <a:t>80.45% </a:t>
                      </a:r>
                      <a:endParaRPr sz="2400">
                        <a:latin typeface="Times New Roman"/>
                        <a:ea typeface="Times New Roman"/>
                        <a:cs typeface="Times New Roman"/>
                        <a:sym typeface="Times New Roman"/>
                      </a:endParaRPr>
                    </a:p>
                  </a:txBody>
                  <a:tcPr marT="91425" marB="91425" marR="91425" marL="91425"/>
                </a:tc>
              </a:tr>
            </a:tbl>
          </a:graphicData>
        </a:graphic>
      </p:graphicFrame>
      <p:sp>
        <p:nvSpPr>
          <p:cNvPr id="144" name="Google Shape;144;p19"/>
          <p:cNvSpPr txBox="1"/>
          <p:nvPr/>
        </p:nvSpPr>
        <p:spPr>
          <a:xfrm>
            <a:off x="902425" y="5616900"/>
            <a:ext cx="10287000" cy="1159800"/>
          </a:xfrm>
          <a:prstGeom prst="rect">
            <a:avLst/>
          </a:prstGeom>
          <a:noFill/>
          <a:ln>
            <a:noFill/>
          </a:ln>
        </p:spPr>
        <p:txBody>
          <a:bodyPr anchorCtr="0" anchor="t" bIns="91425" lIns="91425" spcFirstLastPara="1" rIns="91425" wrap="square" tIns="91425">
            <a:noAutofit/>
          </a:bodyPr>
          <a:lstStyle/>
          <a:p>
            <a:pPr indent="-381000" lvl="0" marL="457200" rtl="0" algn="l">
              <a:spcBef>
                <a:spcPts val="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Based on the comparison, XGBoost was selected as the final model due to its higher accuracy and better prediction capability.</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48" name="Shape 148"/>
        <p:cNvGrpSpPr/>
        <p:nvPr/>
      </p:nvGrpSpPr>
      <p:grpSpPr>
        <a:xfrm>
          <a:off x="0" y="0"/>
          <a:ext cx="0" cy="0"/>
          <a:chOff x="0" y="0"/>
          <a:chExt cx="0" cy="0"/>
        </a:xfrm>
      </p:grpSpPr>
      <p:sp>
        <p:nvSpPr>
          <p:cNvPr descr="$PPTXTitle" id="149" name="Google Shape;149;p20"/>
          <p:cNvSpPr txBox="1"/>
          <p:nvPr>
            <p:ph type="title"/>
          </p:nvPr>
        </p:nvSpPr>
        <p:spPr>
          <a:xfrm>
            <a:off x="743204" y="360629"/>
            <a:ext cx="10705591" cy="1249933"/>
          </a:xfrm>
          <a:prstGeom prst="rect">
            <a:avLst/>
          </a:prstGeom>
          <a:noFill/>
          <a:ln>
            <a:noFill/>
          </a:ln>
        </p:spPr>
        <p:txBody>
          <a:bodyPr anchorCtr="0" anchor="t" bIns="0" lIns="0" spcFirstLastPara="1" rIns="0" wrap="square" tIns="301675">
            <a:spAutoFit/>
          </a:bodyPr>
          <a:lstStyle/>
          <a:p>
            <a:pPr indent="0" lvl="0" marL="17145" rtl="0" algn="l">
              <a:lnSpc>
                <a:spcPct val="100000"/>
              </a:lnSpc>
              <a:spcBef>
                <a:spcPts val="0"/>
              </a:spcBef>
              <a:spcAft>
                <a:spcPts val="0"/>
              </a:spcAft>
              <a:buNone/>
            </a:pPr>
            <a:r>
              <a:rPr lang="en-US"/>
              <a:t>Tools &amp; Technologies</a:t>
            </a:r>
            <a:endParaRPr/>
          </a:p>
        </p:txBody>
      </p:sp>
      <p:pic>
        <p:nvPicPr>
          <p:cNvPr id="150" name="Google Shape;150;p20"/>
          <p:cNvPicPr preferRelativeResize="0"/>
          <p:nvPr/>
        </p:nvPicPr>
        <p:blipFill rotWithShape="1">
          <a:blip r:embed="rId3">
            <a:alphaModFix/>
          </a:blip>
          <a:srcRect b="0" l="0" r="0" t="0"/>
          <a:stretch/>
        </p:blipFill>
        <p:spPr>
          <a:xfrm>
            <a:off x="649008" y="1633629"/>
            <a:ext cx="10897450" cy="101028"/>
          </a:xfrm>
          <a:prstGeom prst="rect">
            <a:avLst/>
          </a:prstGeom>
          <a:noFill/>
          <a:ln>
            <a:noFill/>
          </a:ln>
        </p:spPr>
      </p:pic>
      <p:graphicFrame>
        <p:nvGraphicFramePr>
          <p:cNvPr id="151" name="Google Shape;151;p20"/>
          <p:cNvGraphicFramePr/>
          <p:nvPr/>
        </p:nvGraphicFramePr>
        <p:xfrm>
          <a:off x="649000" y="1887050"/>
          <a:ext cx="3000000" cy="3000000"/>
        </p:xfrm>
        <a:graphic>
          <a:graphicData uri="http://schemas.openxmlformats.org/drawingml/2006/table">
            <a:tbl>
              <a:tblPr>
                <a:noFill/>
                <a:tableStyleId>{2F724F8E-A131-4A1C-901B-500D895947CB}</a:tableStyleId>
              </a:tblPr>
              <a:tblGrid>
                <a:gridCol w="5372125"/>
                <a:gridCol w="5525325"/>
              </a:tblGrid>
              <a:tr h="647650">
                <a:tc>
                  <a:txBody>
                    <a:bodyPr/>
                    <a:lstStyle/>
                    <a:p>
                      <a:pPr indent="0" lvl="0" marL="91440" rtl="0" algn="l">
                        <a:spcBef>
                          <a:spcPts val="0"/>
                        </a:spcBef>
                        <a:spcAft>
                          <a:spcPts val="0"/>
                        </a:spcAft>
                        <a:buClr>
                          <a:schemeClr val="dk1"/>
                        </a:buClr>
                        <a:buFont typeface="Arial"/>
                        <a:buNone/>
                      </a:pPr>
                      <a:r>
                        <a:rPr b="1" lang="en-US" sz="2400">
                          <a:solidFill>
                            <a:schemeClr val="dk1"/>
                          </a:solidFill>
                          <a:latin typeface="Times New Roman"/>
                          <a:ea typeface="Times New Roman"/>
                          <a:cs typeface="Times New Roman"/>
                          <a:sym typeface="Times New Roman"/>
                        </a:rPr>
                        <a:t>Tools</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latin typeface="Times New Roman"/>
                        <a:ea typeface="Times New Roman"/>
                        <a:cs typeface="Times New Roman"/>
                        <a:sym typeface="Times New Roman"/>
                      </a:endParaRPr>
                    </a:p>
                  </a:txBody>
                  <a:tcPr marT="91425" marB="91425" marR="91425" marL="91425"/>
                </a:tc>
                <a:tc>
                  <a:txBody>
                    <a:bodyPr/>
                    <a:lstStyle/>
                    <a:p>
                      <a:pPr indent="0" lvl="0" marL="92710" rtl="0" algn="l">
                        <a:spcBef>
                          <a:spcPts val="0"/>
                        </a:spcBef>
                        <a:spcAft>
                          <a:spcPts val="0"/>
                        </a:spcAft>
                        <a:buClr>
                          <a:schemeClr val="dk1"/>
                        </a:buClr>
                        <a:buFont typeface="Arial"/>
                        <a:buNone/>
                      </a:pPr>
                      <a:r>
                        <a:rPr b="1" lang="en-US" sz="2400">
                          <a:solidFill>
                            <a:schemeClr val="dk1"/>
                          </a:solidFill>
                          <a:latin typeface="Times New Roman"/>
                          <a:ea typeface="Times New Roman"/>
                          <a:cs typeface="Times New Roman"/>
                          <a:sym typeface="Times New Roman"/>
                        </a:rPr>
                        <a:t>Technologies</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latin typeface="Times New Roman"/>
                        <a:ea typeface="Times New Roman"/>
                        <a:cs typeface="Times New Roman"/>
                        <a:sym typeface="Times New Roman"/>
                      </a:endParaRPr>
                    </a:p>
                  </a:txBody>
                  <a:tcPr marT="91425" marB="91425" marR="91425" marL="91425"/>
                </a:tc>
              </a:tr>
              <a:tr h="492125">
                <a:tc>
                  <a:txBody>
                    <a:bodyPr/>
                    <a:lstStyle/>
                    <a:p>
                      <a:pPr indent="0" lvl="0" marL="0" rtl="0" algn="l">
                        <a:spcBef>
                          <a:spcPts val="0"/>
                        </a:spcBef>
                        <a:spcAft>
                          <a:spcPts val="0"/>
                        </a:spcAft>
                        <a:buNone/>
                      </a:pPr>
                      <a:r>
                        <a:rPr lang="en-US" sz="2400">
                          <a:latin typeface="Times New Roman"/>
                          <a:ea typeface="Times New Roman"/>
                          <a:cs typeface="Times New Roman"/>
                          <a:sym typeface="Times New Roman"/>
                        </a:rPr>
                        <a:t>Vanilla-Tilt.js</a:t>
                      </a:r>
                      <a:endParaRPr sz="24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sz="2400">
                          <a:latin typeface="Times New Roman"/>
                          <a:ea typeface="Times New Roman"/>
                          <a:cs typeface="Times New Roman"/>
                          <a:sym typeface="Times New Roman"/>
                        </a:rPr>
                        <a:t>HTML</a:t>
                      </a:r>
                      <a:endParaRPr sz="2400">
                        <a:latin typeface="Times New Roman"/>
                        <a:ea typeface="Times New Roman"/>
                        <a:cs typeface="Times New Roman"/>
                        <a:sym typeface="Times New Roman"/>
                      </a:endParaRPr>
                    </a:p>
                  </a:txBody>
                  <a:tcPr marT="91425" marB="91425" marR="91425" marL="91425"/>
                </a:tc>
              </a:tr>
              <a:tr h="504825">
                <a:tc>
                  <a:txBody>
                    <a:bodyPr/>
                    <a:lstStyle/>
                    <a:p>
                      <a:pPr indent="0" lvl="0" marL="0" rtl="0" algn="l">
                        <a:spcBef>
                          <a:spcPts val="0"/>
                        </a:spcBef>
                        <a:spcAft>
                          <a:spcPts val="0"/>
                        </a:spcAft>
                        <a:buNone/>
                      </a:pPr>
                      <a:r>
                        <a:rPr lang="en-US" sz="2400">
                          <a:latin typeface="Times New Roman"/>
                          <a:ea typeface="Times New Roman"/>
                          <a:cs typeface="Times New Roman"/>
                          <a:sym typeface="Times New Roman"/>
                        </a:rPr>
                        <a:t>Flask-CORS</a:t>
                      </a:r>
                      <a:endParaRPr sz="24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sz="2400">
                          <a:latin typeface="Times New Roman"/>
                          <a:ea typeface="Times New Roman"/>
                          <a:cs typeface="Times New Roman"/>
                          <a:sym typeface="Times New Roman"/>
                        </a:rPr>
                        <a:t>CSS</a:t>
                      </a:r>
                      <a:endParaRPr sz="2400">
                        <a:latin typeface="Times New Roman"/>
                        <a:ea typeface="Times New Roman"/>
                        <a:cs typeface="Times New Roman"/>
                        <a:sym typeface="Times New Roman"/>
                      </a:endParaRPr>
                    </a:p>
                  </a:txBody>
                  <a:tcPr marT="91425" marB="91425" marR="91425" marL="91425"/>
                </a:tc>
              </a:tr>
              <a:tr h="504825">
                <a:tc>
                  <a:txBody>
                    <a:bodyPr/>
                    <a:lstStyle/>
                    <a:p>
                      <a:pPr indent="0" lvl="0" marL="0" rtl="0" algn="l">
                        <a:spcBef>
                          <a:spcPts val="0"/>
                        </a:spcBef>
                        <a:spcAft>
                          <a:spcPts val="0"/>
                        </a:spcAft>
                        <a:buNone/>
                      </a:pPr>
                      <a:r>
                        <a:rPr lang="en-US" sz="2400">
                          <a:latin typeface="Times New Roman"/>
                          <a:ea typeface="Times New Roman"/>
                          <a:cs typeface="Times New Roman"/>
                          <a:sym typeface="Times New Roman"/>
                        </a:rPr>
                        <a:t>Pickle</a:t>
                      </a:r>
                      <a:endParaRPr sz="24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sz="2400">
                          <a:latin typeface="Times New Roman"/>
                          <a:ea typeface="Times New Roman"/>
                          <a:cs typeface="Times New Roman"/>
                          <a:sym typeface="Times New Roman"/>
                        </a:rPr>
                        <a:t>JavaScript (Vanilla JS)</a:t>
                      </a:r>
                      <a:endParaRPr sz="2400">
                        <a:latin typeface="Times New Roman"/>
                        <a:ea typeface="Times New Roman"/>
                        <a:cs typeface="Times New Roman"/>
                        <a:sym typeface="Times New Roman"/>
                      </a:endParaRPr>
                    </a:p>
                  </a:txBody>
                  <a:tcPr marT="91425" marB="91425" marR="91425" marL="91425"/>
                </a:tc>
              </a:tr>
              <a:tr h="504825">
                <a:tc>
                  <a:txBody>
                    <a:bodyPr/>
                    <a:lstStyle/>
                    <a:p>
                      <a:pPr indent="0" lvl="0" marL="0" rtl="0" algn="l">
                        <a:spcBef>
                          <a:spcPts val="0"/>
                        </a:spcBef>
                        <a:spcAft>
                          <a:spcPts val="0"/>
                        </a:spcAft>
                        <a:buNone/>
                      </a:pPr>
                      <a:r>
                        <a:t/>
                      </a:r>
                      <a:endParaRPr sz="24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sz="2400">
                          <a:latin typeface="Times New Roman"/>
                          <a:ea typeface="Times New Roman"/>
                          <a:cs typeface="Times New Roman"/>
                          <a:sym typeface="Times New Roman"/>
                        </a:rPr>
                        <a:t>Python</a:t>
                      </a:r>
                      <a:endParaRPr sz="2400">
                        <a:latin typeface="Times New Roman"/>
                        <a:ea typeface="Times New Roman"/>
                        <a:cs typeface="Times New Roman"/>
                        <a:sym typeface="Times New Roman"/>
                      </a:endParaRPr>
                    </a:p>
                  </a:txBody>
                  <a:tcPr marT="91425" marB="91425" marR="91425" marL="91425"/>
                </a:tc>
              </a:tr>
              <a:tr h="504825">
                <a:tc>
                  <a:txBody>
                    <a:bodyPr/>
                    <a:lstStyle/>
                    <a:p>
                      <a:pPr indent="0" lvl="0" marL="0" rtl="0" algn="l">
                        <a:spcBef>
                          <a:spcPts val="0"/>
                        </a:spcBef>
                        <a:spcAft>
                          <a:spcPts val="0"/>
                        </a:spcAft>
                        <a:buNone/>
                      </a:pPr>
                      <a:r>
                        <a:t/>
                      </a:r>
                      <a:endParaRPr sz="24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sz="2400">
                          <a:latin typeface="Times New Roman"/>
                          <a:ea typeface="Times New Roman"/>
                          <a:cs typeface="Times New Roman"/>
                          <a:sym typeface="Times New Roman"/>
                        </a:rPr>
                        <a:t>Flask</a:t>
                      </a:r>
                      <a:endParaRPr sz="2400">
                        <a:latin typeface="Times New Roman"/>
                        <a:ea typeface="Times New Roman"/>
                        <a:cs typeface="Times New Roman"/>
                        <a:sym typeface="Times New Roman"/>
                      </a:endParaRPr>
                    </a:p>
                  </a:txBody>
                  <a:tcPr marT="91425" marB="91425" marR="91425" marL="91425"/>
                </a:tc>
              </a:tr>
              <a:tr h="504825">
                <a:tc>
                  <a:txBody>
                    <a:bodyPr/>
                    <a:lstStyle/>
                    <a:p>
                      <a:pPr indent="0" lvl="0" marL="0" rtl="0" algn="l">
                        <a:spcBef>
                          <a:spcPts val="0"/>
                        </a:spcBef>
                        <a:spcAft>
                          <a:spcPts val="0"/>
                        </a:spcAft>
                        <a:buNone/>
                      </a:pPr>
                      <a:r>
                        <a:t/>
                      </a:r>
                      <a:endParaRPr sz="24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sz="2400">
                          <a:latin typeface="Times New Roman"/>
                          <a:ea typeface="Times New Roman"/>
                          <a:cs typeface="Times New Roman"/>
                          <a:sym typeface="Times New Roman"/>
                        </a:rPr>
                        <a:t>Pandas,Scikit-Learn</a:t>
                      </a:r>
                      <a:endParaRPr sz="2400">
                        <a:latin typeface="Times New Roman"/>
                        <a:ea typeface="Times New Roman"/>
                        <a:cs typeface="Times New Roman"/>
                        <a:sym typeface="Times New Roman"/>
                      </a:endParaRPr>
                    </a:p>
                  </a:txBody>
                  <a:tcPr marT="91425" marB="91425" marR="91425" marL="91425"/>
                </a:tc>
              </a:tr>
              <a:tr h="504825">
                <a:tc>
                  <a:txBody>
                    <a:bodyPr/>
                    <a:lstStyle/>
                    <a:p>
                      <a:pPr indent="0" lvl="0" marL="0" rtl="0" algn="l">
                        <a:spcBef>
                          <a:spcPts val="0"/>
                        </a:spcBef>
                        <a:spcAft>
                          <a:spcPts val="0"/>
                        </a:spcAft>
                        <a:buNone/>
                      </a:pPr>
                      <a:r>
                        <a:t/>
                      </a:r>
                      <a:endParaRPr sz="24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sz="2400">
                          <a:latin typeface="Times New Roman"/>
                          <a:ea typeface="Times New Roman"/>
                          <a:cs typeface="Times New Roman"/>
                          <a:sym typeface="Times New Roman"/>
                        </a:rPr>
                        <a:t>XGBoost</a:t>
                      </a:r>
                      <a:endParaRPr sz="2400">
                        <a:latin typeface="Times New Roman"/>
                        <a:ea typeface="Times New Roman"/>
                        <a:cs typeface="Times New Roman"/>
                        <a:sym typeface="Times New Roman"/>
                      </a:endParaRPr>
                    </a:p>
                  </a:txBody>
                  <a:tcPr marT="91425" marB="91425" marR="91425" marL="91425"/>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55" name="Shape 155"/>
        <p:cNvGrpSpPr/>
        <p:nvPr/>
      </p:nvGrpSpPr>
      <p:grpSpPr>
        <a:xfrm>
          <a:off x="0" y="0"/>
          <a:ext cx="0" cy="0"/>
          <a:chOff x="0" y="0"/>
          <a:chExt cx="0" cy="0"/>
        </a:xfrm>
      </p:grpSpPr>
      <p:sp>
        <p:nvSpPr>
          <p:cNvPr descr="$PPTXTitle" id="156" name="Google Shape;156;p21"/>
          <p:cNvSpPr txBox="1"/>
          <p:nvPr>
            <p:ph type="title"/>
          </p:nvPr>
        </p:nvSpPr>
        <p:spPr>
          <a:xfrm>
            <a:off x="743204" y="360629"/>
            <a:ext cx="10705591" cy="1249933"/>
          </a:xfrm>
          <a:prstGeom prst="rect">
            <a:avLst/>
          </a:prstGeom>
          <a:noFill/>
          <a:ln>
            <a:noFill/>
          </a:ln>
        </p:spPr>
        <p:txBody>
          <a:bodyPr anchorCtr="0" anchor="t" bIns="0" lIns="0" spcFirstLastPara="1" rIns="0" wrap="square" tIns="315200">
            <a:spAutoFit/>
          </a:bodyPr>
          <a:lstStyle/>
          <a:p>
            <a:pPr indent="0" lvl="0" marL="186690" rtl="0" algn="l">
              <a:lnSpc>
                <a:spcPct val="100000"/>
              </a:lnSpc>
              <a:spcBef>
                <a:spcPts val="0"/>
              </a:spcBef>
              <a:spcAft>
                <a:spcPts val="0"/>
              </a:spcAft>
              <a:buNone/>
            </a:pPr>
            <a:r>
              <a:rPr lang="en-US"/>
              <a:t>Conclusion</a:t>
            </a:r>
            <a:endParaRPr/>
          </a:p>
        </p:txBody>
      </p:sp>
      <p:pic>
        <p:nvPicPr>
          <p:cNvPr id="157" name="Google Shape;157;p21"/>
          <p:cNvPicPr preferRelativeResize="0"/>
          <p:nvPr/>
        </p:nvPicPr>
        <p:blipFill rotWithShape="1">
          <a:blip r:embed="rId3">
            <a:alphaModFix/>
          </a:blip>
          <a:srcRect b="0" l="0" r="0" t="0"/>
          <a:stretch/>
        </p:blipFill>
        <p:spPr>
          <a:xfrm>
            <a:off x="649008" y="1633629"/>
            <a:ext cx="10897450" cy="101028"/>
          </a:xfrm>
          <a:prstGeom prst="rect">
            <a:avLst/>
          </a:prstGeom>
          <a:noFill/>
          <a:ln>
            <a:noFill/>
          </a:ln>
        </p:spPr>
      </p:pic>
      <p:sp>
        <p:nvSpPr>
          <p:cNvPr id="158" name="Google Shape;158;p21"/>
          <p:cNvSpPr txBox="1"/>
          <p:nvPr/>
        </p:nvSpPr>
        <p:spPr>
          <a:xfrm>
            <a:off x="649000" y="1897375"/>
            <a:ext cx="10567500" cy="3899100"/>
          </a:xfrm>
          <a:prstGeom prst="rect">
            <a:avLst/>
          </a:prstGeom>
          <a:noFill/>
          <a:ln>
            <a:noFill/>
          </a:ln>
        </p:spPr>
        <p:txBody>
          <a:bodyPr anchorCtr="0" anchor="t" bIns="91425" lIns="91425" spcFirstLastPara="1" rIns="91425" wrap="square" tIns="91425">
            <a:noAutofit/>
          </a:bodyPr>
          <a:lstStyle/>
          <a:p>
            <a:pPr indent="-361950" lvl="0" marL="457200" rtl="0" algn="l">
              <a:lnSpc>
                <a:spcPct val="115000"/>
              </a:lnSpc>
              <a:spcBef>
                <a:spcPts val="1200"/>
              </a:spcBef>
              <a:spcAft>
                <a:spcPts val="0"/>
              </a:spcAft>
              <a:buClr>
                <a:schemeClr val="dk1"/>
              </a:buClr>
              <a:buSzPts val="2100"/>
              <a:buFont typeface="Times New Roman"/>
              <a:buChar char="●"/>
            </a:pPr>
            <a:r>
              <a:rPr lang="en-US" sz="2400">
                <a:latin typeface="Times New Roman"/>
                <a:ea typeface="Times New Roman"/>
                <a:cs typeface="Times New Roman"/>
                <a:sym typeface="Times New Roman"/>
              </a:rPr>
              <a:t>An automated machine learning system was developed for customer churn prediction in telecom companies</a:t>
            </a:r>
            <a:endParaRPr sz="2400">
              <a:latin typeface="Times New Roman"/>
              <a:ea typeface="Times New Roman"/>
              <a:cs typeface="Times New Roman"/>
              <a:sym typeface="Times New Roman"/>
            </a:endParaRPr>
          </a:p>
          <a:p>
            <a:pPr indent="-361950" lvl="0" marL="457200" rtl="0" algn="l">
              <a:lnSpc>
                <a:spcPct val="115000"/>
              </a:lnSpc>
              <a:spcBef>
                <a:spcPts val="0"/>
              </a:spcBef>
              <a:spcAft>
                <a:spcPts val="0"/>
              </a:spcAft>
              <a:buClr>
                <a:schemeClr val="dk1"/>
              </a:buClr>
              <a:buSzPts val="2100"/>
              <a:buFont typeface="Times New Roman"/>
              <a:buChar char="●"/>
            </a:pPr>
            <a:r>
              <a:rPr lang="en-US" sz="2400">
                <a:latin typeface="Times New Roman"/>
                <a:ea typeface="Times New Roman"/>
                <a:cs typeface="Times New Roman"/>
                <a:sym typeface="Times New Roman"/>
              </a:rPr>
              <a:t>Data preprocessing improved model performance by cleaning and preparing the dataset</a:t>
            </a:r>
            <a:endParaRPr sz="2400">
              <a:latin typeface="Times New Roman"/>
              <a:ea typeface="Times New Roman"/>
              <a:cs typeface="Times New Roman"/>
              <a:sym typeface="Times New Roman"/>
            </a:endParaRPr>
          </a:p>
          <a:p>
            <a:pPr indent="-361950" lvl="0" marL="457200" rtl="0" algn="l">
              <a:lnSpc>
                <a:spcPct val="115000"/>
              </a:lnSpc>
              <a:spcBef>
                <a:spcPts val="0"/>
              </a:spcBef>
              <a:spcAft>
                <a:spcPts val="0"/>
              </a:spcAft>
              <a:buClr>
                <a:schemeClr val="dk1"/>
              </a:buClr>
              <a:buSzPts val="2100"/>
              <a:buFont typeface="Times New Roman"/>
              <a:buChar char="●"/>
            </a:pPr>
            <a:r>
              <a:rPr lang="en-US" sz="2400">
                <a:latin typeface="Times New Roman"/>
                <a:ea typeface="Times New Roman"/>
                <a:cs typeface="Times New Roman"/>
                <a:sym typeface="Times New Roman"/>
              </a:rPr>
              <a:t>XGBoost achieved the best results, while Logistic Regression showed stable performance</a:t>
            </a:r>
            <a:endParaRPr sz="2400">
              <a:latin typeface="Times New Roman"/>
              <a:ea typeface="Times New Roman"/>
              <a:cs typeface="Times New Roman"/>
              <a:sym typeface="Times New Roman"/>
            </a:endParaRPr>
          </a:p>
          <a:p>
            <a:pPr indent="-361950" lvl="0" marL="457200" rtl="0" algn="l">
              <a:lnSpc>
                <a:spcPct val="115000"/>
              </a:lnSpc>
              <a:spcBef>
                <a:spcPts val="0"/>
              </a:spcBef>
              <a:spcAft>
                <a:spcPts val="0"/>
              </a:spcAft>
              <a:buClr>
                <a:schemeClr val="dk1"/>
              </a:buClr>
              <a:buSzPts val="2100"/>
              <a:buFont typeface="Times New Roman"/>
              <a:buChar char="●"/>
            </a:pPr>
            <a:r>
              <a:rPr lang="en-US" sz="2400">
                <a:latin typeface="Times New Roman"/>
                <a:ea typeface="Times New Roman"/>
                <a:cs typeface="Times New Roman"/>
                <a:sym typeface="Times New Roman"/>
              </a:rPr>
              <a:t>The system reduces manual effort and helps businesses make better decisions to retain customers </a:t>
            </a:r>
            <a:endParaRPr sz="2400">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62" name="Shape 162"/>
        <p:cNvGrpSpPr/>
        <p:nvPr/>
      </p:nvGrpSpPr>
      <p:grpSpPr>
        <a:xfrm>
          <a:off x="0" y="0"/>
          <a:ext cx="0" cy="0"/>
          <a:chOff x="0" y="0"/>
          <a:chExt cx="0" cy="0"/>
        </a:xfrm>
      </p:grpSpPr>
      <p:sp>
        <p:nvSpPr>
          <p:cNvPr id="163" name="Google Shape;163;p22"/>
          <p:cNvSpPr txBox="1"/>
          <p:nvPr/>
        </p:nvSpPr>
        <p:spPr>
          <a:xfrm>
            <a:off x="6670929" y="4189933"/>
            <a:ext cx="2889900" cy="14904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0" lang="en-US" sz="4800">
                <a:solidFill>
                  <a:srgbClr val="44536A"/>
                </a:solidFill>
                <a:latin typeface="Calibri"/>
                <a:ea typeface="Calibri"/>
                <a:cs typeface="Calibri"/>
                <a:sym typeface="Calibri"/>
              </a:rPr>
              <a:t>THANK YOU</a:t>
            </a:r>
            <a:endParaRPr sz="4800">
              <a:latin typeface="Calibri"/>
              <a:ea typeface="Calibri"/>
              <a:cs typeface="Calibri"/>
              <a:sym typeface="Calibri"/>
            </a:endParaRPr>
          </a:p>
        </p:txBody>
      </p:sp>
      <p:grpSp>
        <p:nvGrpSpPr>
          <p:cNvPr id="164" name="Google Shape;164;p22"/>
          <p:cNvGrpSpPr/>
          <p:nvPr/>
        </p:nvGrpSpPr>
        <p:grpSpPr>
          <a:xfrm>
            <a:off x="0" y="0"/>
            <a:ext cx="6233160" cy="6858000"/>
            <a:chOff x="0" y="0"/>
            <a:chExt cx="6233160" cy="6858000"/>
          </a:xfrm>
        </p:grpSpPr>
        <p:pic>
          <p:nvPicPr>
            <p:cNvPr descr="Handshake" id="165" name="Google Shape;165;p22"/>
            <p:cNvPicPr preferRelativeResize="0"/>
            <p:nvPr/>
          </p:nvPicPr>
          <p:blipFill rotWithShape="1">
            <a:blip r:embed="rId3">
              <a:alphaModFix/>
            </a:blip>
            <a:srcRect b="0" l="0" r="0" t="0"/>
            <a:stretch/>
          </p:blipFill>
          <p:spPr>
            <a:xfrm>
              <a:off x="492394" y="2722054"/>
              <a:ext cx="3840194" cy="2306732"/>
            </a:xfrm>
            <a:prstGeom prst="rect">
              <a:avLst/>
            </a:prstGeom>
            <a:noFill/>
            <a:ln>
              <a:noFill/>
            </a:ln>
          </p:spPr>
        </p:pic>
        <p:pic>
          <p:nvPicPr>
            <p:cNvPr id="166" name="Google Shape;166;p22"/>
            <p:cNvPicPr preferRelativeResize="0"/>
            <p:nvPr/>
          </p:nvPicPr>
          <p:blipFill rotWithShape="1">
            <a:blip r:embed="rId4">
              <a:alphaModFix/>
            </a:blip>
            <a:srcRect b="0" l="0" r="0" t="0"/>
            <a:stretch/>
          </p:blipFill>
          <p:spPr>
            <a:xfrm>
              <a:off x="0" y="0"/>
              <a:ext cx="6233160" cy="6858000"/>
            </a:xfrm>
            <a:prstGeom prst="rect">
              <a:avLst/>
            </a:prstGeom>
            <a:noFill/>
            <a:ln>
              <a:noFill/>
            </a:ln>
          </p:spPr>
        </p:pic>
      </p:gr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